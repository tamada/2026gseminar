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291" r:id="rId2"/>
    <p:sldId id="292" r:id="rId3"/>
    <p:sldId id="293" r:id="rId4"/>
    <p:sldId id="294" r:id="rId5"/>
    <p:sldId id="295" r:id="rId6"/>
    <p:sldId id="296" r:id="rId7"/>
    <p:sldId id="297" r:id="rId8"/>
    <p:sldId id="298" r:id="rId9"/>
    <p:sldId id="299" r:id="rId10"/>
    <p:sldId id="300" r:id="rId11"/>
    <p:sldId id="301" r:id="rId12"/>
    <p:sldId id="302" r:id="rId13"/>
    <p:sldId id="304" r:id="rId14"/>
    <p:sldId id="305" r:id="rId15"/>
    <p:sldId id="306" r:id="rId16"/>
    <p:sldId id="337" r:id="rId17"/>
    <p:sldId id="336" r:id="rId18"/>
    <p:sldId id="307" r:id="rId19"/>
    <p:sldId id="308" r:id="rId20"/>
    <p:sldId id="309" r:id="rId21"/>
    <p:sldId id="310" r:id="rId22"/>
    <p:sldId id="311" r:id="rId23"/>
    <p:sldId id="312" r:id="rId24"/>
    <p:sldId id="313" r:id="rId25"/>
    <p:sldId id="314" r:id="rId26"/>
    <p:sldId id="315" r:id="rId27"/>
    <p:sldId id="316" r:id="rId28"/>
    <p:sldId id="317" r:id="rId29"/>
    <p:sldId id="318" r:id="rId30"/>
    <p:sldId id="319" r:id="rId31"/>
    <p:sldId id="320" r:id="rId32"/>
    <p:sldId id="321" r:id="rId33"/>
    <p:sldId id="322" r:id="rId34"/>
    <p:sldId id="323" r:id="rId35"/>
    <p:sldId id="324" r:id="rId36"/>
    <p:sldId id="325" r:id="rId37"/>
    <p:sldId id="326" r:id="rId38"/>
    <p:sldId id="327" r:id="rId39"/>
    <p:sldId id="328" r:id="rId40"/>
    <p:sldId id="330" r:id="rId41"/>
    <p:sldId id="329" r:id="rId42"/>
    <p:sldId id="332" r:id="rId43"/>
    <p:sldId id="333" r:id="rId44"/>
    <p:sldId id="331" r:id="rId45"/>
    <p:sldId id="335" r:id="rId4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2CEEB822-DE0F-0E44-9075-A25DAF4CE639}">
          <p14:sldIdLst>
            <p14:sldId id="291"/>
            <p14:sldId id="292"/>
            <p14:sldId id="293"/>
          </p14:sldIdLst>
        </p14:section>
        <p14:section name="OSS開発とは" id="{04C57236-7508-ED4E-8160-EC3A188666E4}">
          <p14:sldIdLst>
            <p14:sldId id="294"/>
            <p14:sldId id="295"/>
            <p14:sldId id="296"/>
            <p14:sldId id="297"/>
            <p14:sldId id="298"/>
            <p14:sldId id="299"/>
            <p14:sldId id="300"/>
          </p14:sldIdLst>
        </p14:section>
        <p14:section name="開発の流れ" id="{49530676-E583-0A48-B7ED-0B4AB1EC1637}">
          <p14:sldIdLst>
            <p14:sldId id="301"/>
            <p14:sldId id="302"/>
            <p14:sldId id="304"/>
          </p14:sldIdLst>
        </p14:section>
        <p14:section name="プロジェクトの見方" id="{037C9F42-6F7B-7B4A-9860-757F30C70CA5}">
          <p14:sldIdLst>
            <p14:sldId id="305"/>
            <p14:sldId id="306"/>
            <p14:sldId id="337"/>
            <p14:sldId id="336"/>
            <p14:sldId id="307"/>
          </p14:sldIdLst>
        </p14:section>
        <p14:section name="Code of Conduct" id="{D22AD4AF-C822-A143-B5D4-339E51347409}">
          <p14:sldIdLst>
            <p14:sldId id="308"/>
            <p14:sldId id="309"/>
            <p14:sldId id="310"/>
          </p14:sldIdLst>
        </p14:section>
        <p14:section name="Issueの選び方" id="{FE60C854-80D3-BD4E-80FE-556061DE0563}">
          <p14:sldIdLst>
            <p14:sldId id="311"/>
            <p14:sldId id="312"/>
            <p14:sldId id="313"/>
            <p14:sldId id="314"/>
          </p14:sldIdLst>
        </p14:section>
        <p14:section name="commitとPR" id="{C3456714-4E90-B543-8A76-B310A5A9AE12}">
          <p14:sldIdLst>
            <p14:sldId id="315"/>
            <p14:sldId id="316"/>
            <p14:sldId id="317"/>
            <p14:sldId id="318"/>
            <p14:sldId id="319"/>
            <p14:sldId id="320"/>
            <p14:sldId id="321"/>
          </p14:sldIdLst>
        </p14:section>
        <p14:section name="レビューとConflict" id="{7A0F1604-556B-744E-BBEB-628A68B5EDFD}">
          <p14:sldIdLst>
            <p14:sldId id="322"/>
            <p14:sldId id="323"/>
            <p14:sldId id="324"/>
            <p14:sldId id="325"/>
          </p14:sldIdLst>
        </p14:section>
        <p14:section name="AIの使い方" id="{B2C894F2-D949-D743-BA39-9C7C708CE5CC}">
          <p14:sldIdLst>
            <p14:sldId id="326"/>
            <p14:sldId id="327"/>
            <p14:sldId id="328"/>
          </p14:sldIdLst>
        </p14:section>
        <p14:section name="課題に取り組もう" id="{2ABC745C-91BC-AA4F-B5D6-5954B16718B4}">
          <p14:sldIdLst>
            <p14:sldId id="330"/>
            <p14:sldId id="329"/>
            <p14:sldId id="332"/>
            <p14:sldId id="333"/>
            <p14:sldId id="331"/>
            <p14:sldId id="33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922"/>
    <p:restoredTop sz="94744"/>
  </p:normalViewPr>
  <p:slideViewPr>
    <p:cSldViewPr snapToGrid="0" snapToObjects="1">
      <p:cViewPr varScale="1">
        <p:scale>
          <a:sx n="104" d="100"/>
          <a:sy n="104" d="100"/>
        </p:scale>
        <p:origin x="224" y="4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934859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ノート プレースホルダー 2"/>
          <p:cNvSpPr>
            <a:spLocks noGrp="1"/>
          </p:cNvSpPr>
          <p:nvPr>
            <p:ph type="body" idx="1"/>
          </p:nvPr>
        </p:nvSpPr>
        <p:spPr>
          <a:xfrm>
            <a:off x="685800" y="4400550"/>
            <a:ext cx="5486400" cy="3600450"/>
          </a:xfrm>
          <a:prstGeom prst="rect">
            <a:avLst/>
          </a:prstGeom>
        </p:spPr>
        <p:txBody>
          <a:bodyPr/>
          <a:lstStyle/>
          <a:p>
            <a:r>
              <a:rPr kumimoji="1" lang="ja-JP" altLang="en-US"/>
              <a:t>そのほかは作成者としては、あまり気にする必要がない。</a:t>
            </a:r>
            <a:endParaRPr kumimoji="1" lang="en-US" altLang="ja-JP" dirty="0"/>
          </a:p>
          <a:p>
            <a:r>
              <a:rPr kumimoji="1" lang="en-US" altLang="ja-JP" dirty="0"/>
              <a:t>OSS</a:t>
            </a:r>
            <a:r>
              <a:rPr kumimoji="1" lang="ja-JP" altLang="en-US"/>
              <a:t>を利用する立場としてはライセンスに敏感になる必要があるということは知っておいてください。</a:t>
            </a:r>
          </a:p>
        </p:txBody>
      </p:sp>
    </p:spTree>
    <p:extLst>
      <p:ext uri="{BB962C8B-B14F-4D97-AF65-F5344CB8AC3E}">
        <p14:creationId xmlns:p14="http://schemas.microsoft.com/office/powerpoint/2010/main" val="15048309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7FE7BE-8E84-087D-0B7B-04DD200DF4B6}"/>
              </a:ext>
            </a:extLst>
          </p:cNvPr>
          <p:cNvSpPr>
            <a:spLocks noGrp="1"/>
          </p:cNvSpPr>
          <p:nvPr>
            <p:ph type="ctrTitle"/>
          </p:nvPr>
        </p:nvSpPr>
        <p:spPr>
          <a:xfrm>
            <a:off x="1524000" y="1122363"/>
            <a:ext cx="9144000" cy="2387600"/>
          </a:xfrm>
        </p:spPr>
        <p:txBody>
          <a:bodyPr anchor="b"/>
          <a:lstStyle>
            <a:lvl1pPr algn="ctr">
              <a:defRPr sz="66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87AF3849-CD0B-6829-FE1F-3BB795C4CBEC}"/>
              </a:ext>
            </a:extLst>
          </p:cNvPr>
          <p:cNvSpPr>
            <a:spLocks noGrp="1"/>
          </p:cNvSpPr>
          <p:nvPr>
            <p:ph type="subTitle" idx="1"/>
          </p:nvPr>
        </p:nvSpPr>
        <p:spPr>
          <a:xfrm>
            <a:off x="1524000" y="3602038"/>
            <a:ext cx="9144000" cy="1655762"/>
          </a:xfrm>
        </p:spPr>
        <p:txBody>
          <a:bodyPr>
            <a:normAutofit/>
          </a:bodyPr>
          <a:lstStyle>
            <a:lvl1pPr marL="0" indent="0" algn="ctr">
              <a:buNone/>
              <a:defRPr sz="4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D6C21760-73A0-DDE5-6AA6-E43798D8144E}"/>
              </a:ext>
            </a:extLst>
          </p:cNvPr>
          <p:cNvSpPr>
            <a:spLocks noGrp="1"/>
          </p:cNvSpPr>
          <p:nvPr>
            <p:ph type="dt" sz="half" idx="10"/>
          </p:nvPr>
        </p:nvSpPr>
        <p:spPr/>
        <p:txBody>
          <a:bodyPr/>
          <a:lstStyle/>
          <a:p>
            <a:r>
              <a:rPr kumimoji="1" lang="en-US" altLang="ja-JP"/>
              <a:t>2026/10/29</a:t>
            </a:r>
            <a:endParaRPr kumimoji="1" lang="ja-JP" altLang="en-US"/>
          </a:p>
        </p:txBody>
      </p:sp>
      <p:sp>
        <p:nvSpPr>
          <p:cNvPr id="5" name="フッター プレースホルダー 4">
            <a:extLst>
              <a:ext uri="{FF2B5EF4-FFF2-40B4-BE49-F238E27FC236}">
                <a16:creationId xmlns:a16="http://schemas.microsoft.com/office/drawing/2014/main" id="{65256565-E81C-F15B-DCD6-30C1B7A2B14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460E9F7-E9ED-5200-D4F0-F4F813D2AD14}"/>
              </a:ext>
            </a:extLst>
          </p:cNvPr>
          <p:cNvSpPr>
            <a:spLocks noGrp="1"/>
          </p:cNvSpPr>
          <p:nvPr>
            <p:ph type="sldNum" sz="quarter" idx="12"/>
          </p:nvPr>
        </p:nvSpPr>
        <p:spPr/>
        <p:txBody>
          <a:bodyPr/>
          <a:lstStyle/>
          <a:p>
            <a:fld id="{74E5C2EA-A201-0F41-BE6C-96A0CC88D6B3}" type="slidenum">
              <a:rPr kumimoji="1" lang="ja-JP" altLang="en-US" smtClean="0"/>
              <a:t>‹#›</a:t>
            </a:fld>
            <a:endParaRPr kumimoji="1" lang="ja-JP" altLang="en-US"/>
          </a:p>
        </p:txBody>
      </p:sp>
    </p:spTree>
    <p:extLst>
      <p:ext uri="{BB962C8B-B14F-4D97-AF65-F5344CB8AC3E}">
        <p14:creationId xmlns:p14="http://schemas.microsoft.com/office/powerpoint/2010/main" val="39720431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CD9D67-D018-83E5-EF92-2C5A320F367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B69599B-CC0F-5742-F088-AAF647FFD092}"/>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A373562-B03F-6F44-A740-61446E458800}"/>
              </a:ext>
            </a:extLst>
          </p:cNvPr>
          <p:cNvSpPr>
            <a:spLocks noGrp="1"/>
          </p:cNvSpPr>
          <p:nvPr>
            <p:ph type="dt" sz="half" idx="10"/>
          </p:nvPr>
        </p:nvSpPr>
        <p:spPr/>
        <p:txBody>
          <a:bodyPr/>
          <a:lstStyle/>
          <a:p>
            <a:r>
              <a:rPr kumimoji="1" lang="en-US" altLang="ja-JP"/>
              <a:t>2026/10/29</a:t>
            </a:r>
            <a:endParaRPr kumimoji="1" lang="ja-JP" altLang="en-US"/>
          </a:p>
        </p:txBody>
      </p:sp>
      <p:sp>
        <p:nvSpPr>
          <p:cNvPr id="5" name="フッター プレースホルダー 4">
            <a:extLst>
              <a:ext uri="{FF2B5EF4-FFF2-40B4-BE49-F238E27FC236}">
                <a16:creationId xmlns:a16="http://schemas.microsoft.com/office/drawing/2014/main" id="{EA8D70D3-6D5E-09B1-F108-77C67FDABC8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7C7A089-2C02-E725-44A9-748D5948838B}"/>
              </a:ext>
            </a:extLst>
          </p:cNvPr>
          <p:cNvSpPr>
            <a:spLocks noGrp="1"/>
          </p:cNvSpPr>
          <p:nvPr>
            <p:ph type="sldNum" sz="quarter" idx="12"/>
          </p:nvPr>
        </p:nvSpPr>
        <p:spPr/>
        <p:txBody>
          <a:bodyPr/>
          <a:lstStyle/>
          <a:p>
            <a:fld id="{74E5C2EA-A201-0F41-BE6C-96A0CC88D6B3}" type="slidenum">
              <a:rPr kumimoji="1" lang="ja-JP" altLang="en-US" smtClean="0"/>
              <a:t>‹#›</a:t>
            </a:fld>
            <a:endParaRPr kumimoji="1" lang="ja-JP" altLang="en-US"/>
          </a:p>
        </p:txBody>
      </p:sp>
    </p:spTree>
    <p:extLst>
      <p:ext uri="{BB962C8B-B14F-4D97-AF65-F5344CB8AC3E}">
        <p14:creationId xmlns:p14="http://schemas.microsoft.com/office/powerpoint/2010/main" val="1337497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0D4C438-5937-2B4F-2EB2-3D7CD8F59FF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42374D2-9405-296E-6183-C9EB4765A1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3C5DC3C9-04F5-92C7-62EA-C5CF6370C1E6}"/>
              </a:ext>
            </a:extLst>
          </p:cNvPr>
          <p:cNvSpPr>
            <a:spLocks noGrp="1"/>
          </p:cNvSpPr>
          <p:nvPr>
            <p:ph type="dt" sz="half" idx="10"/>
          </p:nvPr>
        </p:nvSpPr>
        <p:spPr/>
        <p:txBody>
          <a:bodyPr/>
          <a:lstStyle/>
          <a:p>
            <a:r>
              <a:rPr kumimoji="1" lang="en-US" altLang="ja-JP"/>
              <a:t>2026/10/29</a:t>
            </a:r>
            <a:endParaRPr kumimoji="1" lang="ja-JP" altLang="en-US"/>
          </a:p>
        </p:txBody>
      </p:sp>
      <p:sp>
        <p:nvSpPr>
          <p:cNvPr id="5" name="フッター プレースホルダー 4">
            <a:extLst>
              <a:ext uri="{FF2B5EF4-FFF2-40B4-BE49-F238E27FC236}">
                <a16:creationId xmlns:a16="http://schemas.microsoft.com/office/drawing/2014/main" id="{DF0BB171-C41F-5A00-ABD1-E187D6A8633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BE1253E-D21A-775F-27B5-342266CFC94E}"/>
              </a:ext>
            </a:extLst>
          </p:cNvPr>
          <p:cNvSpPr>
            <a:spLocks noGrp="1"/>
          </p:cNvSpPr>
          <p:nvPr>
            <p:ph type="sldNum" sz="quarter" idx="12"/>
          </p:nvPr>
        </p:nvSpPr>
        <p:spPr/>
        <p:txBody>
          <a:bodyPr/>
          <a:lstStyle/>
          <a:p>
            <a:fld id="{74E5C2EA-A201-0F41-BE6C-96A0CC88D6B3}" type="slidenum">
              <a:rPr kumimoji="1" lang="ja-JP" altLang="en-US" smtClean="0"/>
              <a:t>‹#›</a:t>
            </a:fld>
            <a:endParaRPr kumimoji="1" lang="ja-JP" altLang="en-US"/>
          </a:p>
        </p:txBody>
      </p:sp>
    </p:spTree>
    <p:extLst>
      <p:ext uri="{BB962C8B-B14F-4D97-AF65-F5344CB8AC3E}">
        <p14:creationId xmlns:p14="http://schemas.microsoft.com/office/powerpoint/2010/main" val="3906993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CDFC45-F2F6-CF86-6533-1810AC5457F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E3947CB-22A7-AF15-B05B-BFAB1D47F82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3EC34E3A-D190-DC67-A929-FE1BA86AC3B6}"/>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44D05BD-E909-9B30-8BB4-9CCF4A430A7C}"/>
              </a:ext>
            </a:extLst>
          </p:cNvPr>
          <p:cNvSpPr>
            <a:spLocks noGrp="1"/>
          </p:cNvSpPr>
          <p:nvPr>
            <p:ph type="dt" sz="half" idx="10"/>
          </p:nvPr>
        </p:nvSpPr>
        <p:spPr/>
        <p:txBody>
          <a:bodyPr/>
          <a:lstStyle/>
          <a:p>
            <a:r>
              <a:rPr kumimoji="1" lang="en-US" altLang="ja-JP"/>
              <a:t>2026/10/29</a:t>
            </a:r>
            <a:endParaRPr kumimoji="1" lang="ja-JP" altLang="en-US"/>
          </a:p>
        </p:txBody>
      </p:sp>
      <p:sp>
        <p:nvSpPr>
          <p:cNvPr id="6" name="フッター プレースホルダー 5">
            <a:extLst>
              <a:ext uri="{FF2B5EF4-FFF2-40B4-BE49-F238E27FC236}">
                <a16:creationId xmlns:a16="http://schemas.microsoft.com/office/drawing/2014/main" id="{046C825E-84E6-773D-0EC6-EA8F3AFAF1F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5AD6B63-1D2E-0DFE-B1CC-CAF2CB813307}"/>
              </a:ext>
            </a:extLst>
          </p:cNvPr>
          <p:cNvSpPr>
            <a:spLocks noGrp="1"/>
          </p:cNvSpPr>
          <p:nvPr>
            <p:ph type="sldNum" sz="quarter" idx="12"/>
          </p:nvPr>
        </p:nvSpPr>
        <p:spPr/>
        <p:txBody>
          <a:bodyPr/>
          <a:lstStyle/>
          <a:p>
            <a:fld id="{74E5C2EA-A201-0F41-BE6C-96A0CC88D6B3}" type="slidenum">
              <a:rPr kumimoji="1" lang="ja-JP" altLang="en-US" smtClean="0"/>
              <a:t>‹#›</a:t>
            </a:fld>
            <a:endParaRPr kumimoji="1" lang="ja-JP" altLang="en-US"/>
          </a:p>
        </p:txBody>
      </p:sp>
    </p:spTree>
    <p:extLst>
      <p:ext uri="{BB962C8B-B14F-4D97-AF65-F5344CB8AC3E}">
        <p14:creationId xmlns:p14="http://schemas.microsoft.com/office/powerpoint/2010/main" val="3650363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B570EC-FD52-B47F-A14E-77D130014AF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6CE891B-829D-0E53-10C4-48BB4A51DB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716443F-D643-4D6A-436A-EB92B1911EFA}"/>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5AF30654-9267-4FAF-B808-B3A55F1B46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F3A7F998-96E5-D7AF-6517-1F5ABE0FE64C}"/>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EB5E7AF-88D3-97F9-947C-B87DBC4BCB89}"/>
              </a:ext>
            </a:extLst>
          </p:cNvPr>
          <p:cNvSpPr>
            <a:spLocks noGrp="1"/>
          </p:cNvSpPr>
          <p:nvPr>
            <p:ph type="dt" sz="half" idx="10"/>
          </p:nvPr>
        </p:nvSpPr>
        <p:spPr/>
        <p:txBody>
          <a:bodyPr/>
          <a:lstStyle/>
          <a:p>
            <a:r>
              <a:rPr kumimoji="1" lang="en-US" altLang="ja-JP"/>
              <a:t>2026/10/29</a:t>
            </a:r>
            <a:endParaRPr kumimoji="1" lang="ja-JP" altLang="en-US"/>
          </a:p>
        </p:txBody>
      </p:sp>
      <p:sp>
        <p:nvSpPr>
          <p:cNvPr id="8" name="フッター プレースホルダー 7">
            <a:extLst>
              <a:ext uri="{FF2B5EF4-FFF2-40B4-BE49-F238E27FC236}">
                <a16:creationId xmlns:a16="http://schemas.microsoft.com/office/drawing/2014/main" id="{0712B283-12E6-FFB2-EAA1-66ADF62321B2}"/>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6BEB5DE1-1C5C-ED97-827F-B2D25B34C1A0}"/>
              </a:ext>
            </a:extLst>
          </p:cNvPr>
          <p:cNvSpPr>
            <a:spLocks noGrp="1"/>
          </p:cNvSpPr>
          <p:nvPr>
            <p:ph type="sldNum" sz="quarter" idx="12"/>
          </p:nvPr>
        </p:nvSpPr>
        <p:spPr/>
        <p:txBody>
          <a:bodyPr/>
          <a:lstStyle/>
          <a:p>
            <a:fld id="{74E5C2EA-A201-0F41-BE6C-96A0CC88D6B3}" type="slidenum">
              <a:rPr kumimoji="1" lang="ja-JP" altLang="en-US" smtClean="0"/>
              <a:t>‹#›</a:t>
            </a:fld>
            <a:endParaRPr kumimoji="1" lang="ja-JP" altLang="en-US"/>
          </a:p>
        </p:txBody>
      </p:sp>
    </p:spTree>
    <p:extLst>
      <p:ext uri="{BB962C8B-B14F-4D97-AF65-F5344CB8AC3E}">
        <p14:creationId xmlns:p14="http://schemas.microsoft.com/office/powerpoint/2010/main" val="22689486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BC7A7F-D74C-24F0-AAD8-00DFFFC6570B}"/>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7B124424-E52A-17FF-4AFB-893ADCBD0BBE}"/>
              </a:ext>
            </a:extLst>
          </p:cNvPr>
          <p:cNvSpPr>
            <a:spLocks noGrp="1"/>
          </p:cNvSpPr>
          <p:nvPr>
            <p:ph type="dt" sz="half" idx="10"/>
          </p:nvPr>
        </p:nvSpPr>
        <p:spPr/>
        <p:txBody>
          <a:bodyPr/>
          <a:lstStyle/>
          <a:p>
            <a:r>
              <a:rPr kumimoji="1" lang="en-US" altLang="ja-JP"/>
              <a:t>2026/10/29</a:t>
            </a:r>
            <a:endParaRPr kumimoji="1" lang="ja-JP" altLang="en-US"/>
          </a:p>
        </p:txBody>
      </p:sp>
      <p:sp>
        <p:nvSpPr>
          <p:cNvPr id="4" name="フッター プレースホルダー 3">
            <a:extLst>
              <a:ext uri="{FF2B5EF4-FFF2-40B4-BE49-F238E27FC236}">
                <a16:creationId xmlns:a16="http://schemas.microsoft.com/office/drawing/2014/main" id="{DF16A06F-03AC-66A9-0CBD-C6EB6ED13B3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B1BC2C51-2AA1-9C47-F58F-C12300164026}"/>
              </a:ext>
            </a:extLst>
          </p:cNvPr>
          <p:cNvSpPr>
            <a:spLocks noGrp="1"/>
          </p:cNvSpPr>
          <p:nvPr>
            <p:ph type="sldNum" sz="quarter" idx="12"/>
          </p:nvPr>
        </p:nvSpPr>
        <p:spPr/>
        <p:txBody>
          <a:bodyPr/>
          <a:lstStyle/>
          <a:p>
            <a:fld id="{74E5C2EA-A201-0F41-BE6C-96A0CC88D6B3}" type="slidenum">
              <a:rPr kumimoji="1" lang="ja-JP" altLang="en-US" smtClean="0"/>
              <a:t>‹#›</a:t>
            </a:fld>
            <a:endParaRPr kumimoji="1" lang="ja-JP" altLang="en-US"/>
          </a:p>
        </p:txBody>
      </p:sp>
    </p:spTree>
    <p:extLst>
      <p:ext uri="{BB962C8B-B14F-4D97-AF65-F5344CB8AC3E}">
        <p14:creationId xmlns:p14="http://schemas.microsoft.com/office/powerpoint/2010/main" val="3496152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DC245CF6-8AC5-49A6-4001-4F86889C9C6E}"/>
              </a:ext>
            </a:extLst>
          </p:cNvPr>
          <p:cNvSpPr>
            <a:spLocks noGrp="1"/>
          </p:cNvSpPr>
          <p:nvPr>
            <p:ph type="dt" sz="half" idx="10"/>
          </p:nvPr>
        </p:nvSpPr>
        <p:spPr/>
        <p:txBody>
          <a:bodyPr/>
          <a:lstStyle/>
          <a:p>
            <a:r>
              <a:rPr kumimoji="1" lang="en-US" altLang="ja-JP"/>
              <a:t>2026/10/29</a:t>
            </a:r>
            <a:endParaRPr kumimoji="1" lang="ja-JP" altLang="en-US"/>
          </a:p>
        </p:txBody>
      </p:sp>
      <p:sp>
        <p:nvSpPr>
          <p:cNvPr id="3" name="フッター プレースホルダー 2">
            <a:extLst>
              <a:ext uri="{FF2B5EF4-FFF2-40B4-BE49-F238E27FC236}">
                <a16:creationId xmlns:a16="http://schemas.microsoft.com/office/drawing/2014/main" id="{55AE75DF-A6B6-0B7F-1A07-ED97CD5BB7F3}"/>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B4F487D-F5EC-B224-0B2A-CBE64350AED5}"/>
              </a:ext>
            </a:extLst>
          </p:cNvPr>
          <p:cNvSpPr>
            <a:spLocks noGrp="1"/>
          </p:cNvSpPr>
          <p:nvPr>
            <p:ph type="sldNum" sz="quarter" idx="12"/>
          </p:nvPr>
        </p:nvSpPr>
        <p:spPr/>
        <p:txBody>
          <a:bodyPr/>
          <a:lstStyle/>
          <a:p>
            <a:fld id="{74E5C2EA-A201-0F41-BE6C-96A0CC88D6B3}" type="slidenum">
              <a:rPr kumimoji="1" lang="ja-JP" altLang="en-US" smtClean="0"/>
              <a:t>‹#›</a:t>
            </a:fld>
            <a:endParaRPr kumimoji="1" lang="ja-JP" altLang="en-US"/>
          </a:p>
        </p:txBody>
      </p:sp>
    </p:spTree>
    <p:extLst>
      <p:ext uri="{BB962C8B-B14F-4D97-AF65-F5344CB8AC3E}">
        <p14:creationId xmlns:p14="http://schemas.microsoft.com/office/powerpoint/2010/main" val="28224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BF684B-F88C-7C66-BD6F-0B83854B381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C7D2041-97CC-C3D8-FCB7-EB8C8E9AB3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321A0419-0F58-5A49-2277-B7D6B18DF3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41835F0-0F2D-418C-2F2C-A98280CDBD06}"/>
              </a:ext>
            </a:extLst>
          </p:cNvPr>
          <p:cNvSpPr>
            <a:spLocks noGrp="1"/>
          </p:cNvSpPr>
          <p:nvPr>
            <p:ph type="dt" sz="half" idx="10"/>
          </p:nvPr>
        </p:nvSpPr>
        <p:spPr/>
        <p:txBody>
          <a:bodyPr/>
          <a:lstStyle/>
          <a:p>
            <a:r>
              <a:rPr kumimoji="1" lang="en-US" altLang="ja-JP"/>
              <a:t>2026/10/29</a:t>
            </a:r>
            <a:endParaRPr kumimoji="1" lang="ja-JP" altLang="en-US"/>
          </a:p>
        </p:txBody>
      </p:sp>
      <p:sp>
        <p:nvSpPr>
          <p:cNvPr id="6" name="フッター プレースホルダー 5">
            <a:extLst>
              <a:ext uri="{FF2B5EF4-FFF2-40B4-BE49-F238E27FC236}">
                <a16:creationId xmlns:a16="http://schemas.microsoft.com/office/drawing/2014/main" id="{8A123655-0CEA-8B71-607D-D272BBF9BE4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D70B807-1B19-2E61-E3EC-A9FBA0890447}"/>
              </a:ext>
            </a:extLst>
          </p:cNvPr>
          <p:cNvSpPr>
            <a:spLocks noGrp="1"/>
          </p:cNvSpPr>
          <p:nvPr>
            <p:ph type="sldNum" sz="quarter" idx="12"/>
          </p:nvPr>
        </p:nvSpPr>
        <p:spPr/>
        <p:txBody>
          <a:bodyPr/>
          <a:lstStyle/>
          <a:p>
            <a:fld id="{74E5C2EA-A201-0F41-BE6C-96A0CC88D6B3}" type="slidenum">
              <a:rPr kumimoji="1" lang="ja-JP" altLang="en-US" smtClean="0"/>
              <a:t>‹#›</a:t>
            </a:fld>
            <a:endParaRPr kumimoji="1" lang="ja-JP" altLang="en-US"/>
          </a:p>
        </p:txBody>
      </p:sp>
    </p:spTree>
    <p:extLst>
      <p:ext uri="{BB962C8B-B14F-4D97-AF65-F5344CB8AC3E}">
        <p14:creationId xmlns:p14="http://schemas.microsoft.com/office/powerpoint/2010/main" val="2956728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8FF7DF-2F70-92AB-21C0-31464769E7C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D46C02F-A7E4-8817-1F4E-0ADF2EE969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51C3CA52-E658-760A-F63E-0131638BE2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E64D200-6169-F18C-0630-E11DE59C4ECB}"/>
              </a:ext>
            </a:extLst>
          </p:cNvPr>
          <p:cNvSpPr>
            <a:spLocks noGrp="1"/>
          </p:cNvSpPr>
          <p:nvPr>
            <p:ph type="dt" sz="half" idx="10"/>
          </p:nvPr>
        </p:nvSpPr>
        <p:spPr/>
        <p:txBody>
          <a:bodyPr/>
          <a:lstStyle/>
          <a:p>
            <a:r>
              <a:rPr kumimoji="1" lang="en-US" altLang="ja-JP"/>
              <a:t>2026/10/29</a:t>
            </a:r>
            <a:endParaRPr kumimoji="1" lang="ja-JP" altLang="en-US"/>
          </a:p>
        </p:txBody>
      </p:sp>
      <p:sp>
        <p:nvSpPr>
          <p:cNvPr id="6" name="フッター プレースホルダー 5">
            <a:extLst>
              <a:ext uri="{FF2B5EF4-FFF2-40B4-BE49-F238E27FC236}">
                <a16:creationId xmlns:a16="http://schemas.microsoft.com/office/drawing/2014/main" id="{287732EA-FC1C-5BAD-48CF-F61608915AB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21F0567-F7D0-859E-92DC-29CE0C0A7617}"/>
              </a:ext>
            </a:extLst>
          </p:cNvPr>
          <p:cNvSpPr>
            <a:spLocks noGrp="1"/>
          </p:cNvSpPr>
          <p:nvPr>
            <p:ph type="sldNum" sz="quarter" idx="12"/>
          </p:nvPr>
        </p:nvSpPr>
        <p:spPr/>
        <p:txBody>
          <a:bodyPr/>
          <a:lstStyle/>
          <a:p>
            <a:fld id="{74E5C2EA-A201-0F41-BE6C-96A0CC88D6B3}" type="slidenum">
              <a:rPr kumimoji="1" lang="ja-JP" altLang="en-US" smtClean="0"/>
              <a:t>‹#›</a:t>
            </a:fld>
            <a:endParaRPr kumimoji="1" lang="ja-JP" altLang="en-US"/>
          </a:p>
        </p:txBody>
      </p:sp>
    </p:spTree>
    <p:extLst>
      <p:ext uri="{BB962C8B-B14F-4D97-AF65-F5344CB8AC3E}">
        <p14:creationId xmlns:p14="http://schemas.microsoft.com/office/powerpoint/2010/main" val="11955236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3E6290-35CA-5BD7-5F6C-2172D634BFAB}"/>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598446D-EB67-FD9F-6AB7-EA211AC6F14E}"/>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A55741A-CA87-BDBF-778A-4666390A19C1}"/>
              </a:ext>
            </a:extLst>
          </p:cNvPr>
          <p:cNvSpPr>
            <a:spLocks noGrp="1"/>
          </p:cNvSpPr>
          <p:nvPr>
            <p:ph type="dt" sz="half" idx="10"/>
          </p:nvPr>
        </p:nvSpPr>
        <p:spPr/>
        <p:txBody>
          <a:bodyPr/>
          <a:lstStyle/>
          <a:p>
            <a:r>
              <a:rPr kumimoji="1" lang="en-US" altLang="ja-JP"/>
              <a:t>2026/10/29</a:t>
            </a:r>
            <a:endParaRPr kumimoji="1" lang="ja-JP" altLang="en-US"/>
          </a:p>
        </p:txBody>
      </p:sp>
      <p:sp>
        <p:nvSpPr>
          <p:cNvPr id="5" name="フッター プレースホルダー 4">
            <a:extLst>
              <a:ext uri="{FF2B5EF4-FFF2-40B4-BE49-F238E27FC236}">
                <a16:creationId xmlns:a16="http://schemas.microsoft.com/office/drawing/2014/main" id="{ECAFCABF-2475-D1C9-247C-0FB48CD958A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45BC43B-B58C-105F-79BC-4CB635C6E202}"/>
              </a:ext>
            </a:extLst>
          </p:cNvPr>
          <p:cNvSpPr>
            <a:spLocks noGrp="1"/>
          </p:cNvSpPr>
          <p:nvPr>
            <p:ph type="sldNum" sz="quarter" idx="12"/>
          </p:nvPr>
        </p:nvSpPr>
        <p:spPr/>
        <p:txBody>
          <a:bodyPr/>
          <a:lstStyle/>
          <a:p>
            <a:fld id="{74E5C2EA-A201-0F41-BE6C-96A0CC88D6B3}" type="slidenum">
              <a:rPr kumimoji="1" lang="ja-JP" altLang="en-US" smtClean="0"/>
              <a:t>‹#›</a:t>
            </a:fld>
            <a:endParaRPr kumimoji="1" lang="ja-JP" altLang="en-US"/>
          </a:p>
        </p:txBody>
      </p:sp>
    </p:spTree>
    <p:extLst>
      <p:ext uri="{BB962C8B-B14F-4D97-AF65-F5344CB8AC3E}">
        <p14:creationId xmlns:p14="http://schemas.microsoft.com/office/powerpoint/2010/main" val="40527295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86AA690-D34E-E6CC-CBAD-8B61DB5F2B1F}"/>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B156948-517F-860B-70F4-05A08ADC967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7A7BAAF-E298-27B4-F36E-5FB577268956}"/>
              </a:ext>
            </a:extLst>
          </p:cNvPr>
          <p:cNvSpPr>
            <a:spLocks noGrp="1"/>
          </p:cNvSpPr>
          <p:nvPr>
            <p:ph type="dt" sz="half" idx="10"/>
          </p:nvPr>
        </p:nvSpPr>
        <p:spPr/>
        <p:txBody>
          <a:bodyPr/>
          <a:lstStyle/>
          <a:p>
            <a:r>
              <a:rPr kumimoji="1" lang="en-US" altLang="ja-JP"/>
              <a:t>2026/10/29</a:t>
            </a:r>
            <a:endParaRPr kumimoji="1" lang="ja-JP" altLang="en-US"/>
          </a:p>
        </p:txBody>
      </p:sp>
      <p:sp>
        <p:nvSpPr>
          <p:cNvPr id="5" name="フッター プレースホルダー 4">
            <a:extLst>
              <a:ext uri="{FF2B5EF4-FFF2-40B4-BE49-F238E27FC236}">
                <a16:creationId xmlns:a16="http://schemas.microsoft.com/office/drawing/2014/main" id="{23E0D79F-D637-5C5A-926F-69E936DD7BE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1FDA132-4221-39BA-E513-79D70B1837D5}"/>
              </a:ext>
            </a:extLst>
          </p:cNvPr>
          <p:cNvSpPr>
            <a:spLocks noGrp="1"/>
          </p:cNvSpPr>
          <p:nvPr>
            <p:ph type="sldNum" sz="quarter" idx="12"/>
          </p:nvPr>
        </p:nvSpPr>
        <p:spPr/>
        <p:txBody>
          <a:bodyPr/>
          <a:lstStyle/>
          <a:p>
            <a:fld id="{74E5C2EA-A201-0F41-BE6C-96A0CC88D6B3}" type="slidenum">
              <a:rPr kumimoji="1" lang="ja-JP" altLang="en-US" smtClean="0"/>
              <a:t>‹#›</a:t>
            </a:fld>
            <a:endParaRPr kumimoji="1" lang="ja-JP" altLang="en-US"/>
          </a:p>
        </p:txBody>
      </p:sp>
    </p:spTree>
    <p:extLst>
      <p:ext uri="{BB962C8B-B14F-4D97-AF65-F5344CB8AC3E}">
        <p14:creationId xmlns:p14="http://schemas.microsoft.com/office/powerpoint/2010/main" val="2003263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EF98540-784E-8800-5DD5-A451EDD1A1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69EC8B5-2E68-F52A-BA13-6F7E46A9A7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dirty="0"/>
              <a:t>2 </a:t>
            </a:r>
            <a:r>
              <a:rPr kumimoji="1" lang="ja-JP" altLang="en-US"/>
              <a:t>レベル</a:t>
            </a:r>
          </a:p>
          <a:p>
            <a:pPr lvl="2"/>
            <a:r>
              <a:rPr kumimoji="1" lang="ja-JP" altLang="en-US"/>
              <a:t>第 </a:t>
            </a:r>
            <a:r>
              <a:rPr kumimoji="1" lang="en-US" altLang="ja-JP" dirty="0"/>
              <a:t>3 </a:t>
            </a:r>
            <a:r>
              <a:rPr kumimoji="1" lang="ja-JP" altLang="en-US"/>
              <a:t>レベル</a:t>
            </a:r>
          </a:p>
          <a:p>
            <a:pPr lvl="3"/>
            <a:r>
              <a:rPr kumimoji="1" lang="ja-JP" altLang="en-US"/>
              <a:t>第 </a:t>
            </a:r>
            <a:r>
              <a:rPr kumimoji="1" lang="en-US" altLang="ja-JP" dirty="0"/>
              <a:t>4 </a:t>
            </a:r>
            <a:r>
              <a:rPr kumimoji="1" lang="ja-JP" altLang="en-US"/>
              <a:t>レベル</a:t>
            </a:r>
          </a:p>
          <a:p>
            <a:pPr lvl="4"/>
            <a:r>
              <a:rPr kumimoji="1" lang="ja-JP" altLang="en-US"/>
              <a:t>第 </a:t>
            </a:r>
            <a:r>
              <a:rPr kumimoji="1" lang="en-US" altLang="ja-JP" dirty="0"/>
              <a:t>5 </a:t>
            </a:r>
            <a:r>
              <a:rPr kumimoji="1" lang="ja-JP" altLang="en-US"/>
              <a:t>レベル</a:t>
            </a:r>
          </a:p>
        </p:txBody>
      </p:sp>
      <p:sp>
        <p:nvSpPr>
          <p:cNvPr id="4" name="日付プレースホルダー 3">
            <a:extLst>
              <a:ext uri="{FF2B5EF4-FFF2-40B4-BE49-F238E27FC236}">
                <a16:creationId xmlns:a16="http://schemas.microsoft.com/office/drawing/2014/main" id="{3D1B30C9-50A0-4A72-24F1-171BAE3472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tint val="75000"/>
                  </a:schemeClr>
                </a:solidFill>
                <a:latin typeface="Meiryo" panose="020B0604030504040204" pitchFamily="34" charset="-128"/>
                <a:ea typeface="Meiryo" panose="020B0604030504040204" pitchFamily="34" charset="-128"/>
              </a:defRPr>
            </a:lvl1pPr>
          </a:lstStyle>
          <a:p>
            <a:r>
              <a:rPr lang="en-US" altLang="ja-JP"/>
              <a:t>2026/10/29</a:t>
            </a:r>
            <a:endParaRPr lang="ja-JP" altLang="en-US"/>
          </a:p>
        </p:txBody>
      </p:sp>
      <p:sp>
        <p:nvSpPr>
          <p:cNvPr id="5" name="フッター プレースホルダー 4">
            <a:extLst>
              <a:ext uri="{FF2B5EF4-FFF2-40B4-BE49-F238E27FC236}">
                <a16:creationId xmlns:a16="http://schemas.microsoft.com/office/drawing/2014/main" id="{81DD4E64-8C79-125B-73FB-BB9F8A1623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tint val="75000"/>
                  </a:schemeClr>
                </a:solidFill>
                <a:latin typeface="Meiryo" panose="020B0604030504040204" pitchFamily="34" charset="-128"/>
                <a:ea typeface="Meiryo" panose="020B0604030504040204" pitchFamily="34" charset="-128"/>
              </a:defRPr>
            </a:lvl1pPr>
          </a:lstStyle>
          <a:p>
            <a:endParaRPr lang="ja-JP" altLang="en-US"/>
          </a:p>
        </p:txBody>
      </p:sp>
      <p:sp>
        <p:nvSpPr>
          <p:cNvPr id="6" name="スライド番号プレースホルダー 5">
            <a:extLst>
              <a:ext uri="{FF2B5EF4-FFF2-40B4-BE49-F238E27FC236}">
                <a16:creationId xmlns:a16="http://schemas.microsoft.com/office/drawing/2014/main" id="{13BBF1A3-124C-CC0E-F21F-DD50418776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75000"/>
                  </a:schemeClr>
                </a:solidFill>
                <a:latin typeface="Meiryo" panose="020B0604030504040204" pitchFamily="34" charset="-128"/>
                <a:ea typeface="Meiryo" panose="020B0604030504040204" pitchFamily="34" charset="-128"/>
              </a:defRPr>
            </a:lvl1pPr>
          </a:lstStyle>
          <a:p>
            <a:fld id="{74E5C2EA-A201-0F41-BE6C-96A0CC88D6B3}" type="slidenum">
              <a:rPr lang="ja-JP" altLang="en-US" smtClean="0"/>
              <a:pPr/>
              <a:t>‹#›</a:t>
            </a:fld>
            <a:endParaRPr lang="ja-JP" altLang="en-US"/>
          </a:p>
        </p:txBody>
      </p:sp>
    </p:spTree>
    <p:extLst>
      <p:ext uri="{BB962C8B-B14F-4D97-AF65-F5344CB8AC3E}">
        <p14:creationId xmlns:p14="http://schemas.microsoft.com/office/powerpoint/2010/main" val="31321758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kumimoji="1" sz="6600" kern="1200">
          <a:solidFill>
            <a:schemeClr val="tx1"/>
          </a:solidFill>
          <a:latin typeface="Meiryo" panose="020B0604030504040204" pitchFamily="34" charset="-128"/>
          <a:ea typeface="Meiryo" panose="020B0604030504040204" pitchFamily="34" charset="-128"/>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kumimoji="1" sz="4400" kern="1200">
          <a:solidFill>
            <a:schemeClr val="tx1"/>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4000" kern="1200">
          <a:solidFill>
            <a:schemeClr val="tx1"/>
          </a:solidFill>
          <a:latin typeface="Meiryo" panose="020B0604030504040204" pitchFamily="34" charset="-128"/>
          <a:ea typeface="Meiryo" panose="020B0604030504040204" pitchFamily="34"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3600" kern="1200">
          <a:solidFill>
            <a:schemeClr val="tx1"/>
          </a:solidFill>
          <a:latin typeface="Meiryo" panose="020B0604030504040204" pitchFamily="34" charset="-128"/>
          <a:ea typeface="Meiryo" panose="020B0604030504040204" pitchFamily="34"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3200" kern="1200">
          <a:solidFill>
            <a:schemeClr val="tx1"/>
          </a:solidFill>
          <a:latin typeface="Meiryo" panose="020B0604030504040204" pitchFamily="34" charset="-128"/>
          <a:ea typeface="Meiryo" panose="020B0604030504040204" pitchFamily="34"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2800" kern="1200">
          <a:solidFill>
            <a:schemeClr val="tx1"/>
          </a:solidFill>
          <a:latin typeface="Meiryo" panose="020B0604030504040204" pitchFamily="34" charset="-128"/>
          <a:ea typeface="Meiryo"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hyperlink" Target="https://tamadalab.github.io/welfare-time/" TargetMode="External"/><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 Id="rId5" Type="http://schemas.openxmlformats.org/officeDocument/2006/relationships/image" Target="../media/image14.emf"/><Relationship Id="rId4" Type="http://schemas.openxmlformats.org/officeDocument/2006/relationships/image" Target="../media/image13.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hyperlink" Target="https://www.conventionalcommits.org/ja/v1.0.0/"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github.com/tamadalab/welfare-time/pull/76" TargetMode="External"/><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hyperlink" Target="https://github.com/tamadalab/welfare-time/issues"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1.xml"/><Relationship Id="rId5" Type="http://schemas.openxmlformats.org/officeDocument/2006/relationships/image" Target="../media/image21.emf"/><Relationship Id="rId4" Type="http://schemas.openxmlformats.org/officeDocument/2006/relationships/image" Target="../media/image20.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5BBC759A-2631-BF82-0799-C818214E2E3E}"/>
              </a:ext>
            </a:extLst>
          </p:cNvPr>
          <p:cNvSpPr>
            <a:spLocks noGrp="1"/>
          </p:cNvSpPr>
          <p:nvPr>
            <p:ph type="ctrTitle"/>
          </p:nvPr>
        </p:nvSpPr>
        <p:spPr/>
        <p:txBody>
          <a:bodyPr/>
          <a:lstStyle/>
          <a:p>
            <a:r>
              <a:rPr lang="en-US" altLang="ja-JP" dirty="0"/>
              <a:t>GitHub</a:t>
            </a:r>
            <a:r>
              <a:rPr lang="ja-JP" altLang="en-US"/>
              <a:t>で体験する</a:t>
            </a:r>
            <a:br>
              <a:rPr lang="en-US" altLang="ja-JP" dirty="0"/>
            </a:br>
            <a:r>
              <a:rPr lang="en-US" altLang="ja-JP" dirty="0"/>
              <a:t>OSS</a:t>
            </a:r>
            <a:r>
              <a:rPr lang="ja-JP" altLang="en-US"/>
              <a:t>開発</a:t>
            </a:r>
          </a:p>
        </p:txBody>
      </p:sp>
      <p:sp>
        <p:nvSpPr>
          <p:cNvPr id="5" name="字幕 4">
            <a:extLst>
              <a:ext uri="{FF2B5EF4-FFF2-40B4-BE49-F238E27FC236}">
                <a16:creationId xmlns:a16="http://schemas.microsoft.com/office/drawing/2014/main" id="{1EED5F71-E520-2659-7BF4-78BDD468ADA2}"/>
              </a:ext>
            </a:extLst>
          </p:cNvPr>
          <p:cNvSpPr>
            <a:spLocks noGrp="1"/>
          </p:cNvSpPr>
          <p:nvPr>
            <p:ph type="subTitle" idx="1"/>
          </p:nvPr>
        </p:nvSpPr>
        <p:spPr>
          <a:xfrm>
            <a:off x="1524000" y="3602036"/>
            <a:ext cx="9144000" cy="2387599"/>
          </a:xfrm>
        </p:spPr>
        <p:txBody>
          <a:bodyPr>
            <a:normAutofit fontScale="92500" lnSpcReduction="10000"/>
          </a:bodyPr>
          <a:lstStyle/>
          <a:p>
            <a:pPr>
              <a:lnSpc>
                <a:spcPct val="110000"/>
              </a:lnSpc>
            </a:pPr>
            <a:r>
              <a:rPr lang="ja-JP" altLang="en-US"/>
              <a:t>先端情報学セミナー</a:t>
            </a:r>
            <a:r>
              <a:rPr lang="en-US" altLang="ja-JP" dirty="0"/>
              <a:t>D</a:t>
            </a:r>
          </a:p>
          <a:p>
            <a:pPr>
              <a:lnSpc>
                <a:spcPct val="110000"/>
              </a:lnSpc>
            </a:pPr>
            <a:r>
              <a:rPr lang="ja-JP" altLang="en-US"/>
              <a:t>玉田　春昭</a:t>
            </a:r>
            <a:endParaRPr lang="en-US" altLang="ja-JP" dirty="0"/>
          </a:p>
          <a:p>
            <a:pPr>
              <a:lnSpc>
                <a:spcPct val="110000"/>
              </a:lnSpc>
            </a:pPr>
            <a:r>
              <a:rPr lang="en-US" altLang="ja-JP" dirty="0"/>
              <a:t>2026-10-29 (Thu)</a:t>
            </a:r>
            <a:endParaRPr lang="ja-JP" altLang="en-US"/>
          </a:p>
        </p:txBody>
      </p:sp>
      <p:sp>
        <p:nvSpPr>
          <p:cNvPr id="6" name="日付プレースホルダー 5">
            <a:extLst>
              <a:ext uri="{FF2B5EF4-FFF2-40B4-BE49-F238E27FC236}">
                <a16:creationId xmlns:a16="http://schemas.microsoft.com/office/drawing/2014/main" id="{5AAF8CC1-821C-15E9-7B5C-41EAD7F6AE09}"/>
              </a:ext>
            </a:extLst>
          </p:cNvPr>
          <p:cNvSpPr>
            <a:spLocks noGrp="1"/>
          </p:cNvSpPr>
          <p:nvPr>
            <p:ph type="dt" sz="half" idx="10"/>
          </p:nvPr>
        </p:nvSpPr>
        <p:spPr/>
        <p:txBody>
          <a:bodyPr/>
          <a:lstStyle/>
          <a:p>
            <a:r>
              <a:rPr kumimoji="1" lang="en-US" altLang="ja-JP"/>
              <a:t>2026/10/29</a:t>
            </a:r>
            <a:endParaRPr kumimoji="1" lang="ja-JP" altLang="en-US"/>
          </a:p>
        </p:txBody>
      </p:sp>
      <p:sp>
        <p:nvSpPr>
          <p:cNvPr id="7" name="スライド番号プレースホルダー 6">
            <a:extLst>
              <a:ext uri="{FF2B5EF4-FFF2-40B4-BE49-F238E27FC236}">
                <a16:creationId xmlns:a16="http://schemas.microsoft.com/office/drawing/2014/main" id="{AFC48BA3-1F34-0D11-0E03-679F1B554159}"/>
              </a:ext>
            </a:extLst>
          </p:cNvPr>
          <p:cNvSpPr>
            <a:spLocks noGrp="1"/>
          </p:cNvSpPr>
          <p:nvPr>
            <p:ph type="sldNum" sz="quarter" idx="12"/>
          </p:nvPr>
        </p:nvSpPr>
        <p:spPr/>
        <p:txBody>
          <a:bodyPr/>
          <a:lstStyle/>
          <a:p>
            <a:fld id="{74E5C2EA-A201-0F41-BE6C-96A0CC88D6B3}" type="slidenum">
              <a:rPr kumimoji="1" lang="ja-JP" altLang="en-US" smtClean="0"/>
              <a:t>1</a:t>
            </a:fld>
            <a:endParaRPr kumimoji="1" lang="ja-JP" altLang="en-US"/>
          </a:p>
        </p:txBody>
      </p:sp>
    </p:spTree>
    <p:extLst>
      <p:ext uri="{BB962C8B-B14F-4D97-AF65-F5344CB8AC3E}">
        <p14:creationId xmlns:p14="http://schemas.microsoft.com/office/powerpoint/2010/main" val="792441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角丸四角形 8">
            <a:extLst>
              <a:ext uri="{FF2B5EF4-FFF2-40B4-BE49-F238E27FC236}">
                <a16:creationId xmlns:a16="http://schemas.microsoft.com/office/drawing/2014/main" id="{55DBDE8A-E415-6168-E79C-8BAE9E5A025E}"/>
              </a:ext>
            </a:extLst>
          </p:cNvPr>
          <p:cNvSpPr/>
          <p:nvPr/>
        </p:nvSpPr>
        <p:spPr>
          <a:xfrm>
            <a:off x="838189" y="3774683"/>
            <a:ext cx="10515599" cy="1940318"/>
          </a:xfrm>
          <a:prstGeom prst="roundRect">
            <a:avLst>
              <a:gd name="adj" fmla="val 4301"/>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角丸四角形 5">
            <a:extLst>
              <a:ext uri="{FF2B5EF4-FFF2-40B4-BE49-F238E27FC236}">
                <a16:creationId xmlns:a16="http://schemas.microsoft.com/office/drawing/2014/main" id="{E3418545-2FB4-DA8B-2DF0-6AD2AF74534C}"/>
              </a:ext>
            </a:extLst>
          </p:cNvPr>
          <p:cNvSpPr/>
          <p:nvPr/>
        </p:nvSpPr>
        <p:spPr>
          <a:xfrm>
            <a:off x="838199" y="1825624"/>
            <a:ext cx="5181599" cy="1814123"/>
          </a:xfrm>
          <a:prstGeom prst="roundRect">
            <a:avLst>
              <a:gd name="adj" fmla="val 2828"/>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角丸四角形 6">
            <a:extLst>
              <a:ext uri="{FF2B5EF4-FFF2-40B4-BE49-F238E27FC236}">
                <a16:creationId xmlns:a16="http://schemas.microsoft.com/office/drawing/2014/main" id="{F712F8B4-1D06-AD33-C161-589CED795706}"/>
              </a:ext>
            </a:extLst>
          </p:cNvPr>
          <p:cNvSpPr/>
          <p:nvPr/>
        </p:nvSpPr>
        <p:spPr>
          <a:xfrm>
            <a:off x="6172198" y="1825623"/>
            <a:ext cx="5181599" cy="1814123"/>
          </a:xfrm>
          <a:prstGeom prst="roundRect">
            <a:avLst>
              <a:gd name="adj" fmla="val 2828"/>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C2D7E9D5-F856-E086-5AFA-170F3CBCAC81}"/>
              </a:ext>
            </a:extLst>
          </p:cNvPr>
          <p:cNvSpPr>
            <a:spLocks noGrp="1"/>
          </p:cNvSpPr>
          <p:nvPr>
            <p:ph type="title"/>
          </p:nvPr>
        </p:nvSpPr>
        <p:spPr/>
        <p:txBody>
          <a:bodyPr/>
          <a:lstStyle/>
          <a:p>
            <a:r>
              <a:rPr kumimoji="1" lang="ja-JP" altLang="en-US"/>
              <a:t>玉田担当回の進め方</a:t>
            </a:r>
          </a:p>
        </p:txBody>
      </p:sp>
      <p:sp>
        <p:nvSpPr>
          <p:cNvPr id="4" name="コンテンツ プレースホルダー 3">
            <a:extLst>
              <a:ext uri="{FF2B5EF4-FFF2-40B4-BE49-F238E27FC236}">
                <a16:creationId xmlns:a16="http://schemas.microsoft.com/office/drawing/2014/main" id="{9C9D111C-4EFA-2189-0DF4-0AE1E5CF7A7B}"/>
              </a:ext>
            </a:extLst>
          </p:cNvPr>
          <p:cNvSpPr>
            <a:spLocks noGrp="1"/>
          </p:cNvSpPr>
          <p:nvPr>
            <p:ph sz="half" idx="1"/>
          </p:nvPr>
        </p:nvSpPr>
        <p:spPr>
          <a:xfrm>
            <a:off x="838200" y="1970590"/>
            <a:ext cx="5181600" cy="2166512"/>
          </a:xfrm>
        </p:spPr>
        <p:txBody>
          <a:bodyPr>
            <a:normAutofit fontScale="77500" lnSpcReduction="20000"/>
          </a:bodyPr>
          <a:lstStyle/>
          <a:p>
            <a:pPr>
              <a:lnSpc>
                <a:spcPct val="120000"/>
              </a:lnSpc>
            </a:pPr>
            <a:r>
              <a:rPr lang="ja-JP" altLang="en-US"/>
              <a:t>説明回（本日）</a:t>
            </a:r>
            <a:endParaRPr lang="en-US" altLang="ja-JP" dirty="0"/>
          </a:p>
          <a:p>
            <a:pPr lvl="1">
              <a:lnSpc>
                <a:spcPct val="120000"/>
              </a:lnSpc>
            </a:pPr>
            <a:r>
              <a:rPr lang="en-US" altLang="ja-JP" dirty="0"/>
              <a:t>OSS</a:t>
            </a:r>
            <a:r>
              <a:rPr lang="ja-JP" altLang="en-US"/>
              <a:t>開発の流れと作法を学ぶ。</a:t>
            </a:r>
            <a:endParaRPr lang="en-US" altLang="ja-JP" dirty="0"/>
          </a:p>
        </p:txBody>
      </p:sp>
      <p:sp>
        <p:nvSpPr>
          <p:cNvPr id="5" name="コンテンツ プレースホルダー 4">
            <a:extLst>
              <a:ext uri="{FF2B5EF4-FFF2-40B4-BE49-F238E27FC236}">
                <a16:creationId xmlns:a16="http://schemas.microsoft.com/office/drawing/2014/main" id="{9F418BB3-5531-9105-88BC-B98C2437D752}"/>
              </a:ext>
            </a:extLst>
          </p:cNvPr>
          <p:cNvSpPr>
            <a:spLocks noGrp="1"/>
          </p:cNvSpPr>
          <p:nvPr>
            <p:ph sz="half" idx="2"/>
          </p:nvPr>
        </p:nvSpPr>
        <p:spPr>
          <a:xfrm>
            <a:off x="6172200" y="1970590"/>
            <a:ext cx="5181600" cy="2166512"/>
          </a:xfrm>
        </p:spPr>
        <p:txBody>
          <a:bodyPr>
            <a:normAutofit fontScale="77500" lnSpcReduction="20000"/>
          </a:bodyPr>
          <a:lstStyle/>
          <a:p>
            <a:pPr>
              <a:lnSpc>
                <a:spcPct val="120000"/>
              </a:lnSpc>
            </a:pPr>
            <a:r>
              <a:rPr lang="ja-JP" altLang="en-US"/>
              <a:t>実習回（</a:t>
            </a:r>
            <a:r>
              <a:rPr lang="en-US" altLang="ja-JP" dirty="0"/>
              <a:t>2026-11-07</a:t>
            </a:r>
            <a:r>
              <a:rPr lang="ja-JP" altLang="en-US"/>
              <a:t>）</a:t>
            </a:r>
            <a:endParaRPr lang="en-US" altLang="ja-JP" dirty="0"/>
          </a:p>
          <a:p>
            <a:pPr lvl="1">
              <a:lnSpc>
                <a:spcPct val="120000"/>
              </a:lnSpc>
            </a:pPr>
            <a:r>
              <a:rPr lang="ja-JP" altLang="en-US"/>
              <a:t>手順書に従って、各自</a:t>
            </a:r>
            <a:r>
              <a:rPr lang="en-US" altLang="ja-JP" dirty="0"/>
              <a:t>issue</a:t>
            </a:r>
            <a:r>
              <a:rPr lang="ja-JP" altLang="en-US"/>
              <a:t>に取り組む。</a:t>
            </a:r>
          </a:p>
        </p:txBody>
      </p:sp>
      <p:sp>
        <p:nvSpPr>
          <p:cNvPr id="8" name="コンテンツ プレースホルダー 3">
            <a:extLst>
              <a:ext uri="{FF2B5EF4-FFF2-40B4-BE49-F238E27FC236}">
                <a16:creationId xmlns:a16="http://schemas.microsoft.com/office/drawing/2014/main" id="{2D4964EF-DD2D-7EDE-99DA-24E92B0AD7E9}"/>
              </a:ext>
            </a:extLst>
          </p:cNvPr>
          <p:cNvSpPr txBox="1">
            <a:spLocks/>
          </p:cNvSpPr>
          <p:nvPr/>
        </p:nvSpPr>
        <p:spPr>
          <a:xfrm>
            <a:off x="838195" y="3875046"/>
            <a:ext cx="10515599" cy="1711367"/>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4400" kern="1200">
                <a:solidFill>
                  <a:schemeClr val="tx1"/>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4000" kern="1200">
                <a:solidFill>
                  <a:schemeClr val="tx1"/>
                </a:solidFill>
                <a:latin typeface="Meiryo" panose="020B0604030504040204" pitchFamily="34" charset="-128"/>
                <a:ea typeface="Meiryo" panose="020B0604030504040204" pitchFamily="34"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3600" kern="1200">
                <a:solidFill>
                  <a:schemeClr val="tx1"/>
                </a:solidFill>
                <a:latin typeface="Meiryo" panose="020B0604030504040204" pitchFamily="34" charset="-128"/>
                <a:ea typeface="Meiryo" panose="020B0604030504040204" pitchFamily="34"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3200" kern="1200">
                <a:solidFill>
                  <a:schemeClr val="tx1"/>
                </a:solidFill>
                <a:latin typeface="Meiryo" panose="020B0604030504040204" pitchFamily="34" charset="-128"/>
                <a:ea typeface="Meiryo" panose="020B0604030504040204" pitchFamily="34"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2800" kern="1200">
                <a:solidFill>
                  <a:schemeClr val="tx1"/>
                </a:solidFill>
                <a:latin typeface="Meiryo" panose="020B0604030504040204" pitchFamily="34" charset="-128"/>
                <a:ea typeface="Meiryo"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20000"/>
              </a:lnSpc>
            </a:pPr>
            <a:r>
              <a:rPr lang="ja-JP" altLang="en-US"/>
              <a:t>ゴール</a:t>
            </a:r>
            <a:endParaRPr lang="en-US" altLang="ja-JP" dirty="0"/>
          </a:p>
          <a:p>
            <a:pPr lvl="1">
              <a:lnSpc>
                <a:spcPct val="120000"/>
              </a:lnSpc>
            </a:pPr>
            <a:r>
              <a:rPr lang="en-US" altLang="ja-JP" dirty="0"/>
              <a:t>Issue</a:t>
            </a:r>
            <a:r>
              <a:rPr lang="ja-JP" altLang="en-US"/>
              <a:t>を選び、</a:t>
            </a:r>
            <a:r>
              <a:rPr lang="en-US" altLang="ja-JP" dirty="0"/>
              <a:t>Pull Request</a:t>
            </a:r>
            <a:r>
              <a:rPr lang="ja-JP" altLang="en-US"/>
              <a:t>を発行する。</a:t>
            </a:r>
            <a:endParaRPr lang="en-US" altLang="ja-JP" dirty="0"/>
          </a:p>
          <a:p>
            <a:pPr lvl="1">
              <a:lnSpc>
                <a:spcPct val="120000"/>
              </a:lnSpc>
            </a:pPr>
            <a:r>
              <a:rPr lang="ja-JP" altLang="en-US"/>
              <a:t>発行した</a:t>
            </a:r>
            <a:r>
              <a:rPr lang="en-US" altLang="ja-JP" dirty="0"/>
              <a:t>Pull Request</a:t>
            </a:r>
            <a:r>
              <a:rPr lang="ja-JP" altLang="en-US"/>
              <a:t>が</a:t>
            </a:r>
            <a:r>
              <a:rPr lang="en-US" altLang="ja-JP" dirty="0"/>
              <a:t>Approve</a:t>
            </a:r>
            <a:r>
              <a:rPr lang="ja-JP" altLang="en-US"/>
              <a:t>される。</a:t>
            </a:r>
            <a:endParaRPr lang="en-US" altLang="ja-JP" dirty="0"/>
          </a:p>
          <a:p>
            <a:pPr lvl="1">
              <a:lnSpc>
                <a:spcPct val="120000"/>
              </a:lnSpc>
            </a:pPr>
            <a:endParaRPr lang="ja-JP" altLang="en-US"/>
          </a:p>
        </p:txBody>
      </p:sp>
      <p:sp>
        <p:nvSpPr>
          <p:cNvPr id="10" name="日付プレースホルダー 9">
            <a:extLst>
              <a:ext uri="{FF2B5EF4-FFF2-40B4-BE49-F238E27FC236}">
                <a16:creationId xmlns:a16="http://schemas.microsoft.com/office/drawing/2014/main" id="{564446F5-A653-3B12-47A4-801DA79A37E1}"/>
              </a:ext>
            </a:extLst>
          </p:cNvPr>
          <p:cNvSpPr>
            <a:spLocks noGrp="1"/>
          </p:cNvSpPr>
          <p:nvPr>
            <p:ph type="dt" sz="half" idx="10"/>
          </p:nvPr>
        </p:nvSpPr>
        <p:spPr/>
        <p:txBody>
          <a:bodyPr/>
          <a:lstStyle/>
          <a:p>
            <a:r>
              <a:rPr kumimoji="1" lang="en-US" altLang="ja-JP"/>
              <a:t>2026/10/29</a:t>
            </a:r>
            <a:endParaRPr kumimoji="1" lang="ja-JP" altLang="en-US"/>
          </a:p>
        </p:txBody>
      </p:sp>
      <p:sp>
        <p:nvSpPr>
          <p:cNvPr id="11" name="スライド番号プレースホルダー 10">
            <a:extLst>
              <a:ext uri="{FF2B5EF4-FFF2-40B4-BE49-F238E27FC236}">
                <a16:creationId xmlns:a16="http://schemas.microsoft.com/office/drawing/2014/main" id="{DE4CBC08-2811-5AED-2F5E-5E9699094F5F}"/>
              </a:ext>
            </a:extLst>
          </p:cNvPr>
          <p:cNvSpPr>
            <a:spLocks noGrp="1"/>
          </p:cNvSpPr>
          <p:nvPr>
            <p:ph type="sldNum" sz="quarter" idx="12"/>
          </p:nvPr>
        </p:nvSpPr>
        <p:spPr/>
        <p:txBody>
          <a:bodyPr/>
          <a:lstStyle/>
          <a:p>
            <a:fld id="{74E5C2EA-A201-0F41-BE6C-96A0CC88D6B3}" type="slidenum">
              <a:rPr kumimoji="1" lang="ja-JP" altLang="en-US" smtClean="0"/>
              <a:t>2</a:t>
            </a:fld>
            <a:endParaRPr kumimoji="1" lang="ja-JP" altLang="en-US"/>
          </a:p>
        </p:txBody>
      </p:sp>
    </p:spTree>
    <p:extLst>
      <p:ext uri="{BB962C8B-B14F-4D97-AF65-F5344CB8AC3E}">
        <p14:creationId xmlns:p14="http://schemas.microsoft.com/office/powerpoint/2010/main" val="1322164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7629F5-4F4D-5184-4BC7-10B1EC722275}"/>
              </a:ext>
            </a:extLst>
          </p:cNvPr>
          <p:cNvSpPr>
            <a:spLocks noGrp="1"/>
          </p:cNvSpPr>
          <p:nvPr>
            <p:ph type="title"/>
          </p:nvPr>
        </p:nvSpPr>
        <p:spPr/>
        <p:txBody>
          <a:bodyPr/>
          <a:lstStyle/>
          <a:p>
            <a:r>
              <a:rPr kumimoji="1" lang="ja-JP" altLang="en-US"/>
              <a:t>目次</a:t>
            </a:r>
          </a:p>
        </p:txBody>
      </p:sp>
      <p:sp>
        <p:nvSpPr>
          <p:cNvPr id="7" name="コンテンツ プレースホルダー 6">
            <a:extLst>
              <a:ext uri="{FF2B5EF4-FFF2-40B4-BE49-F238E27FC236}">
                <a16:creationId xmlns:a16="http://schemas.microsoft.com/office/drawing/2014/main" id="{BEC18239-36C7-D818-90BA-757ADBDE9E8D}"/>
              </a:ext>
            </a:extLst>
          </p:cNvPr>
          <p:cNvSpPr>
            <a:spLocks noGrp="1"/>
          </p:cNvSpPr>
          <p:nvPr>
            <p:ph sz="half" idx="1"/>
          </p:nvPr>
        </p:nvSpPr>
        <p:spPr>
          <a:xfrm>
            <a:off x="838200" y="1825626"/>
            <a:ext cx="5181600" cy="3181272"/>
          </a:xfrm>
        </p:spPr>
        <p:txBody>
          <a:bodyPr>
            <a:normAutofit fontScale="85000" lnSpcReduction="10000"/>
          </a:bodyPr>
          <a:lstStyle/>
          <a:p>
            <a:pPr marL="742950" indent="-742950">
              <a:lnSpc>
                <a:spcPct val="110000"/>
              </a:lnSpc>
              <a:buFont typeface="+mj-lt"/>
              <a:buAutoNum type="arabicPeriod"/>
            </a:pPr>
            <a:r>
              <a:rPr lang="en" altLang="ja-JP" dirty="0"/>
              <a:t>OSS </a:t>
            </a:r>
            <a:r>
              <a:rPr lang="ja-JP" altLang="en-US"/>
              <a:t>開発とは</a:t>
            </a:r>
          </a:p>
          <a:p>
            <a:pPr marL="742950" indent="-742950">
              <a:lnSpc>
                <a:spcPct val="110000"/>
              </a:lnSpc>
              <a:buFont typeface="+mj-lt"/>
              <a:buAutoNum type="arabicPeriod"/>
            </a:pPr>
            <a:r>
              <a:rPr lang="ja-JP" altLang="en-US"/>
              <a:t>開発の流れ</a:t>
            </a:r>
          </a:p>
          <a:p>
            <a:pPr marL="742950" indent="-742950">
              <a:lnSpc>
                <a:spcPct val="110000"/>
              </a:lnSpc>
              <a:buFont typeface="+mj-lt"/>
              <a:buAutoNum type="arabicPeriod"/>
            </a:pPr>
            <a:r>
              <a:rPr lang="ja-JP" altLang="en-US"/>
              <a:t>プロジェクトの見方</a:t>
            </a:r>
          </a:p>
          <a:p>
            <a:pPr marL="742950" indent="-742950">
              <a:lnSpc>
                <a:spcPct val="110000"/>
              </a:lnSpc>
              <a:buFont typeface="+mj-lt"/>
              <a:buAutoNum type="arabicPeriod"/>
            </a:pPr>
            <a:r>
              <a:rPr lang="en" altLang="ja-JP" dirty="0"/>
              <a:t>Code of Conduct</a:t>
            </a:r>
          </a:p>
        </p:txBody>
      </p:sp>
      <p:sp>
        <p:nvSpPr>
          <p:cNvPr id="4" name="コンテンツ プレースホルダー 3">
            <a:extLst>
              <a:ext uri="{FF2B5EF4-FFF2-40B4-BE49-F238E27FC236}">
                <a16:creationId xmlns:a16="http://schemas.microsoft.com/office/drawing/2014/main" id="{D38DD901-D144-286A-1792-5756F64C5C96}"/>
              </a:ext>
            </a:extLst>
          </p:cNvPr>
          <p:cNvSpPr>
            <a:spLocks noGrp="1"/>
          </p:cNvSpPr>
          <p:nvPr>
            <p:ph sz="half" idx="2"/>
          </p:nvPr>
        </p:nvSpPr>
        <p:spPr>
          <a:xfrm>
            <a:off x="6172199" y="1825625"/>
            <a:ext cx="5268951" cy="3861497"/>
          </a:xfrm>
        </p:spPr>
        <p:txBody>
          <a:bodyPr>
            <a:normAutofit fontScale="85000" lnSpcReduction="10000"/>
          </a:bodyPr>
          <a:lstStyle/>
          <a:p>
            <a:pPr marL="742950" indent="-742950">
              <a:buFont typeface="+mj-lt"/>
              <a:buAutoNum type="arabicPeriod" startAt="5"/>
            </a:pPr>
            <a:r>
              <a:rPr lang="en" altLang="ja-JP" dirty="0">
                <a:latin typeface="Meiryo"/>
              </a:rPr>
              <a:t>Issue </a:t>
            </a:r>
            <a:r>
              <a:rPr lang="ja-JP" altLang="en-US">
                <a:latin typeface="Meiryo"/>
              </a:rPr>
              <a:t>の選び方　</a:t>
            </a:r>
            <a:endParaRPr lang="en-US" altLang="ja-JP" dirty="0">
              <a:latin typeface="Meiryo"/>
            </a:endParaRPr>
          </a:p>
          <a:p>
            <a:pPr marL="742950" indent="-742950">
              <a:buFont typeface="+mj-lt"/>
              <a:buAutoNum type="arabicPeriod" startAt="5"/>
            </a:pPr>
            <a:r>
              <a:rPr lang="en" altLang="ja-JP" dirty="0">
                <a:latin typeface="Meiryo"/>
              </a:rPr>
              <a:t>commit </a:t>
            </a:r>
            <a:r>
              <a:rPr lang="ja-JP" altLang="en-US">
                <a:latin typeface="Meiryo"/>
              </a:rPr>
              <a:t>と </a:t>
            </a:r>
            <a:r>
              <a:rPr lang="en" altLang="ja-JP" dirty="0">
                <a:latin typeface="Meiryo"/>
              </a:rPr>
              <a:t>PR</a:t>
            </a:r>
            <a:r>
              <a:rPr lang="ja-JP" altLang="en">
                <a:latin typeface="Meiryo"/>
              </a:rPr>
              <a:t>　</a:t>
            </a:r>
            <a:endParaRPr lang="en-US" altLang="ja-JP" dirty="0">
              <a:latin typeface="Meiryo"/>
            </a:endParaRPr>
          </a:p>
          <a:p>
            <a:pPr marL="742950" indent="-742950">
              <a:buFont typeface="+mj-lt"/>
              <a:buAutoNum type="arabicPeriod" startAt="5"/>
            </a:pPr>
            <a:r>
              <a:rPr lang="ja-JP" altLang="en-US">
                <a:latin typeface="Meiryo"/>
              </a:rPr>
              <a:t>レビューと </a:t>
            </a:r>
            <a:r>
              <a:rPr lang="en" altLang="ja-JP" dirty="0">
                <a:latin typeface="Meiryo"/>
              </a:rPr>
              <a:t>conflict</a:t>
            </a:r>
          </a:p>
          <a:p>
            <a:pPr marL="742950" indent="-742950">
              <a:buFont typeface="+mj-lt"/>
              <a:buAutoNum type="arabicPeriod" startAt="5"/>
            </a:pPr>
            <a:r>
              <a:rPr lang="en" altLang="ja-JP" dirty="0">
                <a:latin typeface="Meiryo"/>
              </a:rPr>
              <a:t>AI </a:t>
            </a:r>
            <a:r>
              <a:rPr lang="ja-JP" altLang="en-US">
                <a:latin typeface="Meiryo"/>
              </a:rPr>
              <a:t>の使い方</a:t>
            </a:r>
          </a:p>
          <a:p>
            <a:pPr marL="742950" indent="-742950">
              <a:buFont typeface="+mj-lt"/>
              <a:buAutoNum type="arabicPeriod" startAt="5"/>
            </a:pPr>
            <a:endParaRPr kumimoji="1" lang="ja-JP" altLang="en-US"/>
          </a:p>
        </p:txBody>
      </p:sp>
      <p:sp>
        <p:nvSpPr>
          <p:cNvPr id="5" name="日付プレースホルダー 4">
            <a:extLst>
              <a:ext uri="{FF2B5EF4-FFF2-40B4-BE49-F238E27FC236}">
                <a16:creationId xmlns:a16="http://schemas.microsoft.com/office/drawing/2014/main" id="{910A9693-04E9-C76F-02CA-96AEF71CBB16}"/>
              </a:ext>
            </a:extLst>
          </p:cNvPr>
          <p:cNvSpPr>
            <a:spLocks noGrp="1"/>
          </p:cNvSpPr>
          <p:nvPr>
            <p:ph type="dt" sz="half" idx="10"/>
          </p:nvPr>
        </p:nvSpPr>
        <p:spPr/>
        <p:txBody>
          <a:bodyPr/>
          <a:lstStyle/>
          <a:p>
            <a:r>
              <a:rPr kumimoji="1" lang="en-US" altLang="ja-JP"/>
              <a:t>2026/10/29</a:t>
            </a:r>
            <a:endParaRPr kumimoji="1" lang="ja-JP" altLang="en-US"/>
          </a:p>
        </p:txBody>
      </p:sp>
      <p:sp>
        <p:nvSpPr>
          <p:cNvPr id="6" name="スライド番号プレースホルダー 5">
            <a:extLst>
              <a:ext uri="{FF2B5EF4-FFF2-40B4-BE49-F238E27FC236}">
                <a16:creationId xmlns:a16="http://schemas.microsoft.com/office/drawing/2014/main" id="{673848B6-8E56-FE4D-93ED-C6A1FF282DFA}"/>
              </a:ext>
            </a:extLst>
          </p:cNvPr>
          <p:cNvSpPr>
            <a:spLocks noGrp="1"/>
          </p:cNvSpPr>
          <p:nvPr>
            <p:ph type="sldNum" sz="quarter" idx="12"/>
          </p:nvPr>
        </p:nvSpPr>
        <p:spPr/>
        <p:txBody>
          <a:bodyPr/>
          <a:lstStyle/>
          <a:p>
            <a:fld id="{74E5C2EA-A201-0F41-BE6C-96A0CC88D6B3}" type="slidenum">
              <a:rPr kumimoji="1" lang="ja-JP" altLang="en-US" smtClean="0"/>
              <a:t>3</a:t>
            </a:fld>
            <a:endParaRPr kumimoji="1" lang="ja-JP" altLang="en-US"/>
          </a:p>
        </p:txBody>
      </p:sp>
    </p:spTree>
    <p:extLst>
      <p:ext uri="{BB962C8B-B14F-4D97-AF65-F5344CB8AC3E}">
        <p14:creationId xmlns:p14="http://schemas.microsoft.com/office/powerpoint/2010/main" val="3015173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6F30C-B5A3-CCD4-A0C3-EF1E7976D27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1E0F9B9-0E0C-A7B8-E60F-A091DD3E1D79}"/>
              </a:ext>
            </a:extLst>
          </p:cNvPr>
          <p:cNvSpPr>
            <a:spLocks noGrp="1"/>
          </p:cNvSpPr>
          <p:nvPr>
            <p:ph type="title"/>
          </p:nvPr>
        </p:nvSpPr>
        <p:spPr/>
        <p:txBody>
          <a:bodyPr/>
          <a:lstStyle/>
          <a:p>
            <a:r>
              <a:rPr kumimoji="1" lang="ja-JP" altLang="en-US"/>
              <a:t>目次</a:t>
            </a:r>
          </a:p>
        </p:txBody>
      </p:sp>
      <p:sp>
        <p:nvSpPr>
          <p:cNvPr id="7" name="コンテンツ プレースホルダー 6">
            <a:extLst>
              <a:ext uri="{FF2B5EF4-FFF2-40B4-BE49-F238E27FC236}">
                <a16:creationId xmlns:a16="http://schemas.microsoft.com/office/drawing/2014/main" id="{0D858684-A00D-A88E-2D0D-6AF81EAD365B}"/>
              </a:ext>
            </a:extLst>
          </p:cNvPr>
          <p:cNvSpPr>
            <a:spLocks noGrp="1"/>
          </p:cNvSpPr>
          <p:nvPr>
            <p:ph sz="half" idx="1"/>
          </p:nvPr>
        </p:nvSpPr>
        <p:spPr>
          <a:xfrm>
            <a:off x="838200" y="1825626"/>
            <a:ext cx="5181600" cy="3181272"/>
          </a:xfrm>
        </p:spPr>
        <p:txBody>
          <a:bodyPr>
            <a:normAutofit fontScale="85000" lnSpcReduction="10000"/>
          </a:bodyPr>
          <a:lstStyle/>
          <a:p>
            <a:pPr marL="742950" indent="-742950">
              <a:lnSpc>
                <a:spcPct val="110000"/>
              </a:lnSpc>
              <a:buFont typeface="+mj-lt"/>
              <a:buAutoNum type="arabicPeriod"/>
            </a:pPr>
            <a:r>
              <a:rPr lang="en" altLang="ja-JP" dirty="0"/>
              <a:t>OSS </a:t>
            </a:r>
            <a:r>
              <a:rPr lang="ja-JP" altLang="en-US"/>
              <a:t>開発とは</a:t>
            </a:r>
          </a:p>
          <a:p>
            <a:pPr marL="742950" indent="-742950">
              <a:lnSpc>
                <a:spcPct val="110000"/>
              </a:lnSpc>
              <a:buFont typeface="+mj-lt"/>
              <a:buAutoNum type="arabicPeriod"/>
            </a:pPr>
            <a:r>
              <a:rPr lang="ja-JP" altLang="en-US"/>
              <a:t>開発の流れ</a:t>
            </a:r>
          </a:p>
          <a:p>
            <a:pPr marL="742950" indent="-742950">
              <a:lnSpc>
                <a:spcPct val="110000"/>
              </a:lnSpc>
              <a:buFont typeface="+mj-lt"/>
              <a:buAutoNum type="arabicPeriod"/>
            </a:pPr>
            <a:r>
              <a:rPr lang="ja-JP" altLang="en-US"/>
              <a:t>プロジェクトの見方</a:t>
            </a:r>
          </a:p>
          <a:p>
            <a:pPr marL="742950" indent="-742950">
              <a:lnSpc>
                <a:spcPct val="110000"/>
              </a:lnSpc>
              <a:buFont typeface="+mj-lt"/>
              <a:buAutoNum type="arabicPeriod"/>
            </a:pPr>
            <a:r>
              <a:rPr lang="en" altLang="ja-JP" dirty="0"/>
              <a:t>Code of Conduct</a:t>
            </a:r>
          </a:p>
        </p:txBody>
      </p:sp>
      <p:sp>
        <p:nvSpPr>
          <p:cNvPr id="4" name="コンテンツ プレースホルダー 3">
            <a:extLst>
              <a:ext uri="{FF2B5EF4-FFF2-40B4-BE49-F238E27FC236}">
                <a16:creationId xmlns:a16="http://schemas.microsoft.com/office/drawing/2014/main" id="{85E2E901-8A1A-DCB1-3E0F-1688BE744BDF}"/>
              </a:ext>
            </a:extLst>
          </p:cNvPr>
          <p:cNvSpPr>
            <a:spLocks noGrp="1"/>
          </p:cNvSpPr>
          <p:nvPr>
            <p:ph sz="half" idx="2"/>
          </p:nvPr>
        </p:nvSpPr>
        <p:spPr>
          <a:xfrm>
            <a:off x="6172199" y="1825625"/>
            <a:ext cx="5268951" cy="3861497"/>
          </a:xfrm>
        </p:spPr>
        <p:txBody>
          <a:bodyPr>
            <a:normAutofit fontScale="85000" lnSpcReduction="10000"/>
          </a:bodyPr>
          <a:lstStyle/>
          <a:p>
            <a:pPr marL="742950" indent="-742950">
              <a:lnSpc>
                <a:spcPct val="110000"/>
              </a:lnSpc>
              <a:buFont typeface="+mj-lt"/>
              <a:buAutoNum type="arabicPeriod" startAt="5"/>
            </a:pPr>
            <a:r>
              <a:rPr lang="en" altLang="ja-JP" dirty="0">
                <a:latin typeface="Meiryo"/>
              </a:rPr>
              <a:t>Issue </a:t>
            </a:r>
            <a:r>
              <a:rPr lang="ja-JP" altLang="en-US">
                <a:latin typeface="Meiryo"/>
              </a:rPr>
              <a:t>の選び方　</a:t>
            </a:r>
            <a:endParaRPr lang="en-US" altLang="ja-JP" dirty="0">
              <a:latin typeface="Meiryo"/>
            </a:endParaRPr>
          </a:p>
          <a:p>
            <a:pPr marL="742950" indent="-742950">
              <a:lnSpc>
                <a:spcPct val="110000"/>
              </a:lnSpc>
              <a:buFont typeface="+mj-lt"/>
              <a:buAutoNum type="arabicPeriod" startAt="5"/>
            </a:pPr>
            <a:r>
              <a:rPr lang="en" altLang="ja-JP" dirty="0">
                <a:latin typeface="Meiryo"/>
              </a:rPr>
              <a:t>commit </a:t>
            </a:r>
            <a:r>
              <a:rPr lang="ja-JP" altLang="en-US">
                <a:latin typeface="Meiryo"/>
              </a:rPr>
              <a:t>と </a:t>
            </a:r>
            <a:r>
              <a:rPr lang="en" altLang="ja-JP" dirty="0">
                <a:latin typeface="Meiryo"/>
              </a:rPr>
              <a:t>PR</a:t>
            </a:r>
            <a:r>
              <a:rPr lang="ja-JP" altLang="en">
                <a:latin typeface="Meiryo"/>
              </a:rPr>
              <a:t>　</a:t>
            </a:r>
            <a:endParaRPr lang="en-US" altLang="ja-JP" dirty="0">
              <a:latin typeface="Meiryo"/>
            </a:endParaRPr>
          </a:p>
          <a:p>
            <a:pPr marL="742950" indent="-742950">
              <a:lnSpc>
                <a:spcPct val="110000"/>
              </a:lnSpc>
              <a:buFont typeface="+mj-lt"/>
              <a:buAutoNum type="arabicPeriod" startAt="5"/>
            </a:pPr>
            <a:r>
              <a:rPr lang="ja-JP" altLang="en-US">
                <a:latin typeface="Meiryo"/>
              </a:rPr>
              <a:t>レビューと </a:t>
            </a:r>
            <a:r>
              <a:rPr lang="en" altLang="ja-JP" dirty="0">
                <a:latin typeface="Meiryo"/>
              </a:rPr>
              <a:t>conflict</a:t>
            </a:r>
          </a:p>
          <a:p>
            <a:pPr marL="742950" indent="-742950">
              <a:lnSpc>
                <a:spcPct val="110000"/>
              </a:lnSpc>
              <a:buFont typeface="+mj-lt"/>
              <a:buAutoNum type="arabicPeriod" startAt="5"/>
            </a:pPr>
            <a:r>
              <a:rPr lang="en" altLang="ja-JP" dirty="0">
                <a:latin typeface="Meiryo"/>
              </a:rPr>
              <a:t>AI </a:t>
            </a:r>
            <a:r>
              <a:rPr lang="ja-JP" altLang="en-US">
                <a:latin typeface="Meiryo"/>
              </a:rPr>
              <a:t>の使い方</a:t>
            </a:r>
          </a:p>
        </p:txBody>
      </p:sp>
      <p:sp>
        <p:nvSpPr>
          <p:cNvPr id="5" name="日付プレースホルダー 4">
            <a:extLst>
              <a:ext uri="{FF2B5EF4-FFF2-40B4-BE49-F238E27FC236}">
                <a16:creationId xmlns:a16="http://schemas.microsoft.com/office/drawing/2014/main" id="{BB209A02-93FE-719B-9DFA-C174D43AD3D7}"/>
              </a:ext>
            </a:extLst>
          </p:cNvPr>
          <p:cNvSpPr>
            <a:spLocks noGrp="1"/>
          </p:cNvSpPr>
          <p:nvPr>
            <p:ph type="dt" sz="half" idx="10"/>
          </p:nvPr>
        </p:nvSpPr>
        <p:spPr/>
        <p:txBody>
          <a:bodyPr/>
          <a:lstStyle/>
          <a:p>
            <a:r>
              <a:rPr kumimoji="1" lang="en-US" altLang="ja-JP"/>
              <a:t>2026/10/29</a:t>
            </a:r>
            <a:endParaRPr kumimoji="1" lang="ja-JP" altLang="en-US"/>
          </a:p>
        </p:txBody>
      </p:sp>
      <p:sp>
        <p:nvSpPr>
          <p:cNvPr id="6" name="スライド番号プレースホルダー 5">
            <a:extLst>
              <a:ext uri="{FF2B5EF4-FFF2-40B4-BE49-F238E27FC236}">
                <a16:creationId xmlns:a16="http://schemas.microsoft.com/office/drawing/2014/main" id="{673E798E-CCED-F4CA-C9A6-8020923C8265}"/>
              </a:ext>
            </a:extLst>
          </p:cNvPr>
          <p:cNvSpPr>
            <a:spLocks noGrp="1"/>
          </p:cNvSpPr>
          <p:nvPr>
            <p:ph type="sldNum" sz="quarter" idx="12"/>
          </p:nvPr>
        </p:nvSpPr>
        <p:spPr/>
        <p:txBody>
          <a:bodyPr/>
          <a:lstStyle/>
          <a:p>
            <a:fld id="{74E5C2EA-A201-0F41-BE6C-96A0CC88D6B3}" type="slidenum">
              <a:rPr kumimoji="1" lang="ja-JP" altLang="en-US" smtClean="0"/>
              <a:t>4</a:t>
            </a:fld>
            <a:endParaRPr kumimoji="1" lang="ja-JP" altLang="en-US"/>
          </a:p>
        </p:txBody>
      </p:sp>
      <p:sp>
        <p:nvSpPr>
          <p:cNvPr id="3" name="正方形/長方形 2">
            <a:extLst>
              <a:ext uri="{FF2B5EF4-FFF2-40B4-BE49-F238E27FC236}">
                <a16:creationId xmlns:a16="http://schemas.microsoft.com/office/drawing/2014/main" id="{EE530D8F-66AD-96C8-D53E-96A4FA7372EB}"/>
              </a:ext>
            </a:extLst>
          </p:cNvPr>
          <p:cNvSpPr/>
          <p:nvPr/>
        </p:nvSpPr>
        <p:spPr>
          <a:xfrm>
            <a:off x="6096000" y="1598613"/>
            <a:ext cx="5333999" cy="3181272"/>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3F93ED84-6D2B-77F4-B32C-651C6BEFC896}"/>
              </a:ext>
            </a:extLst>
          </p:cNvPr>
          <p:cNvSpPr/>
          <p:nvPr/>
        </p:nvSpPr>
        <p:spPr>
          <a:xfrm>
            <a:off x="723901" y="2420087"/>
            <a:ext cx="5333999" cy="2359798"/>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Text Placeholder 2">
            <a:extLst>
              <a:ext uri="{FF2B5EF4-FFF2-40B4-BE49-F238E27FC236}">
                <a16:creationId xmlns:a16="http://schemas.microsoft.com/office/drawing/2014/main" id="{413CBA81-3C5E-95A8-8E70-72241EA5DB76}"/>
              </a:ext>
            </a:extLst>
          </p:cNvPr>
          <p:cNvSpPr txBox="1">
            <a:spLocks/>
          </p:cNvSpPr>
          <p:nvPr/>
        </p:nvSpPr>
        <p:spPr>
          <a:xfrm>
            <a:off x="831850" y="4779885"/>
            <a:ext cx="10515600" cy="1309765"/>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4400" kern="1200">
                <a:solidFill>
                  <a:schemeClr val="tx1"/>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4000" kern="1200">
                <a:solidFill>
                  <a:schemeClr val="tx1"/>
                </a:solidFill>
                <a:latin typeface="Meiryo" panose="020B0604030504040204" pitchFamily="34" charset="-128"/>
                <a:ea typeface="Meiryo" panose="020B0604030504040204" pitchFamily="34"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3600" kern="1200">
                <a:solidFill>
                  <a:schemeClr val="tx1"/>
                </a:solidFill>
                <a:latin typeface="Meiryo" panose="020B0604030504040204" pitchFamily="34" charset="-128"/>
                <a:ea typeface="Meiryo" panose="020B0604030504040204" pitchFamily="34"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3200" kern="1200">
                <a:solidFill>
                  <a:schemeClr val="tx1"/>
                </a:solidFill>
                <a:latin typeface="Meiryo" panose="020B0604030504040204" pitchFamily="34" charset="-128"/>
                <a:ea typeface="Meiryo" panose="020B0604030504040204" pitchFamily="34"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2800" kern="1200">
                <a:solidFill>
                  <a:schemeClr val="tx1"/>
                </a:solidFill>
                <a:latin typeface="Meiryo" panose="020B0604030504040204" pitchFamily="34" charset="-128"/>
                <a:ea typeface="Meiryo"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400">
                <a:solidFill>
                  <a:schemeClr val="tx1">
                    <a:lumMod val="50000"/>
                    <a:lumOff val="50000"/>
                  </a:schemeClr>
                </a:solidFill>
                <a:latin typeface="Meiryo"/>
              </a:rPr>
              <a:t>なぜ、見知らぬ人でも貢献できるのでしょうか。</a:t>
            </a:r>
            <a:endParaRPr lang="ja-JP" altLang="en-US" sz="2400" dirty="0">
              <a:solidFill>
                <a:schemeClr val="tx1">
                  <a:lumMod val="50000"/>
                  <a:lumOff val="50000"/>
                </a:schemeClr>
              </a:solidFill>
              <a:latin typeface="Meiryo"/>
            </a:endParaRPr>
          </a:p>
        </p:txBody>
      </p:sp>
    </p:spTree>
    <p:extLst>
      <p:ext uri="{BB962C8B-B14F-4D97-AF65-F5344CB8AC3E}">
        <p14:creationId xmlns:p14="http://schemas.microsoft.com/office/powerpoint/2010/main" val="636048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E04A0C-0CE3-653D-B9AD-B0273F88FA50}"/>
              </a:ext>
            </a:extLst>
          </p:cNvPr>
          <p:cNvSpPr>
            <a:spLocks noGrp="1"/>
          </p:cNvSpPr>
          <p:nvPr>
            <p:ph type="title"/>
          </p:nvPr>
        </p:nvSpPr>
        <p:spPr/>
        <p:txBody>
          <a:bodyPr/>
          <a:lstStyle/>
          <a:p>
            <a:r>
              <a:rPr kumimoji="1" lang="en-US" altLang="ja-JP" dirty="0"/>
              <a:t>OSS</a:t>
            </a:r>
            <a:r>
              <a:rPr kumimoji="1" lang="ja-JP" altLang="en-US"/>
              <a:t>とは何か</a:t>
            </a:r>
          </a:p>
        </p:txBody>
      </p:sp>
      <p:sp>
        <p:nvSpPr>
          <p:cNvPr id="7" name="コンテンツ プレースホルダー 6">
            <a:extLst>
              <a:ext uri="{FF2B5EF4-FFF2-40B4-BE49-F238E27FC236}">
                <a16:creationId xmlns:a16="http://schemas.microsoft.com/office/drawing/2014/main" id="{B07BE9A0-A73D-4E62-08D7-87CBF565AB25}"/>
              </a:ext>
            </a:extLst>
          </p:cNvPr>
          <p:cNvSpPr>
            <a:spLocks noGrp="1"/>
          </p:cNvSpPr>
          <p:nvPr>
            <p:ph idx="1"/>
          </p:nvPr>
        </p:nvSpPr>
        <p:spPr/>
        <p:txBody>
          <a:bodyPr>
            <a:normAutofit fontScale="92500"/>
          </a:bodyPr>
          <a:lstStyle/>
          <a:p>
            <a:r>
              <a:rPr lang="ja-JP" altLang="en-US">
                <a:latin typeface="Meiryo"/>
              </a:rPr>
              <a:t>ソースコードが公開され、誰でも読み、使い、改変できるソフトウェアのことである。</a:t>
            </a:r>
            <a:endParaRPr lang="en-US" altLang="ja-JP" dirty="0">
              <a:latin typeface="Meiryo"/>
            </a:endParaRPr>
          </a:p>
          <a:p>
            <a:pPr lvl="1"/>
            <a:r>
              <a:rPr lang="en-US" altLang="ja-JP" dirty="0">
                <a:latin typeface="Meiryo"/>
              </a:rPr>
              <a:t>FLOSS (Free/Libre and Open-Source Software) </a:t>
            </a:r>
            <a:r>
              <a:rPr lang="ja-JP" altLang="en-US">
                <a:latin typeface="Meiryo"/>
              </a:rPr>
              <a:t>とも呼ばれる。</a:t>
            </a:r>
            <a:endParaRPr lang="en-US" altLang="ja-JP" dirty="0">
              <a:latin typeface="Meiryo"/>
            </a:endParaRPr>
          </a:p>
          <a:p>
            <a:r>
              <a:rPr lang="en-US" altLang="ja-JP" dirty="0">
                <a:latin typeface="Meiryo"/>
              </a:rPr>
              <a:t>GitHub</a:t>
            </a:r>
            <a:r>
              <a:rPr lang="ja-JP" altLang="en-US">
                <a:latin typeface="Meiryo"/>
              </a:rPr>
              <a:t>などのプラットフォームで開発が進められることが多い。</a:t>
            </a:r>
            <a:endParaRPr lang="ja-JP" altLang="en-US"/>
          </a:p>
        </p:txBody>
      </p:sp>
      <p:sp>
        <p:nvSpPr>
          <p:cNvPr id="5" name="日付プレースホルダー 4">
            <a:extLst>
              <a:ext uri="{FF2B5EF4-FFF2-40B4-BE49-F238E27FC236}">
                <a16:creationId xmlns:a16="http://schemas.microsoft.com/office/drawing/2014/main" id="{BFE13990-5DD6-B359-30F7-2435CFCBB970}"/>
              </a:ext>
            </a:extLst>
          </p:cNvPr>
          <p:cNvSpPr>
            <a:spLocks noGrp="1"/>
          </p:cNvSpPr>
          <p:nvPr>
            <p:ph type="dt" sz="half" idx="10"/>
          </p:nvPr>
        </p:nvSpPr>
        <p:spPr/>
        <p:txBody>
          <a:bodyPr/>
          <a:lstStyle/>
          <a:p>
            <a:r>
              <a:rPr kumimoji="1" lang="en-US" altLang="ja-JP"/>
              <a:t>2026/10/29</a:t>
            </a:r>
            <a:endParaRPr kumimoji="1" lang="ja-JP" altLang="en-US"/>
          </a:p>
        </p:txBody>
      </p:sp>
      <p:sp>
        <p:nvSpPr>
          <p:cNvPr id="6" name="スライド番号プレースホルダー 5">
            <a:extLst>
              <a:ext uri="{FF2B5EF4-FFF2-40B4-BE49-F238E27FC236}">
                <a16:creationId xmlns:a16="http://schemas.microsoft.com/office/drawing/2014/main" id="{53779CD8-7F11-9A93-AA3C-483C2DD223E1}"/>
              </a:ext>
            </a:extLst>
          </p:cNvPr>
          <p:cNvSpPr>
            <a:spLocks noGrp="1"/>
          </p:cNvSpPr>
          <p:nvPr>
            <p:ph type="sldNum" sz="quarter" idx="12"/>
          </p:nvPr>
        </p:nvSpPr>
        <p:spPr/>
        <p:txBody>
          <a:bodyPr/>
          <a:lstStyle/>
          <a:p>
            <a:fld id="{74E5C2EA-A201-0F41-BE6C-96A0CC88D6B3}" type="slidenum">
              <a:rPr kumimoji="1" lang="ja-JP" altLang="en-US" smtClean="0"/>
              <a:t>5</a:t>
            </a:fld>
            <a:endParaRPr kumimoji="1" lang="ja-JP" altLang="en-US"/>
          </a:p>
        </p:txBody>
      </p:sp>
    </p:spTree>
    <p:extLst>
      <p:ext uri="{BB962C8B-B14F-4D97-AF65-F5344CB8AC3E}">
        <p14:creationId xmlns:p14="http://schemas.microsoft.com/office/powerpoint/2010/main" val="2626454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CB0475-2353-11E7-0945-CB8EB991827A}"/>
              </a:ext>
            </a:extLst>
          </p:cNvPr>
          <p:cNvSpPr>
            <a:spLocks noGrp="1"/>
          </p:cNvSpPr>
          <p:nvPr>
            <p:ph type="title"/>
          </p:nvPr>
        </p:nvSpPr>
        <p:spPr/>
        <p:txBody>
          <a:bodyPr/>
          <a:lstStyle/>
          <a:p>
            <a:r>
              <a:rPr kumimoji="1" lang="en-US" altLang="ja-JP" dirty="0"/>
              <a:t>OSS</a:t>
            </a:r>
            <a:r>
              <a:rPr kumimoji="1" lang="ja-JP" altLang="en-US"/>
              <a:t>を支える</a:t>
            </a:r>
            <a:r>
              <a:rPr lang="en-US" altLang="ja-JP" dirty="0"/>
              <a:t>Platform</a:t>
            </a:r>
            <a:endParaRPr kumimoji="1" lang="ja-JP" altLang="en-US"/>
          </a:p>
        </p:txBody>
      </p:sp>
      <p:sp>
        <p:nvSpPr>
          <p:cNvPr id="6" name="コンテンツ プレースホルダー 5">
            <a:extLst>
              <a:ext uri="{FF2B5EF4-FFF2-40B4-BE49-F238E27FC236}">
                <a16:creationId xmlns:a16="http://schemas.microsoft.com/office/drawing/2014/main" id="{B098F4BE-7369-F35A-DE87-EA275E8DF403}"/>
              </a:ext>
            </a:extLst>
          </p:cNvPr>
          <p:cNvSpPr>
            <a:spLocks noGrp="1"/>
          </p:cNvSpPr>
          <p:nvPr>
            <p:ph sz="half" idx="1"/>
          </p:nvPr>
        </p:nvSpPr>
        <p:spPr>
          <a:xfrm>
            <a:off x="838200" y="1825625"/>
            <a:ext cx="5334000" cy="4351338"/>
          </a:xfrm>
        </p:spPr>
        <p:txBody>
          <a:bodyPr>
            <a:normAutofit fontScale="62500" lnSpcReduction="20000"/>
          </a:bodyPr>
          <a:lstStyle/>
          <a:p>
            <a:pPr>
              <a:lnSpc>
                <a:spcPct val="120000"/>
              </a:lnSpc>
            </a:pPr>
            <a:r>
              <a:rPr lang="ja-JP" altLang="en-US"/>
              <a:t>要件</a:t>
            </a:r>
            <a:endParaRPr lang="en-US" altLang="ja-JP" dirty="0"/>
          </a:p>
          <a:p>
            <a:pPr lvl="1">
              <a:lnSpc>
                <a:spcPct val="120000"/>
              </a:lnSpc>
            </a:pPr>
            <a:r>
              <a:rPr lang="en-US" altLang="ja-JP" dirty="0"/>
              <a:t>Issue</a:t>
            </a:r>
            <a:r>
              <a:rPr lang="ja-JP" altLang="en-US"/>
              <a:t>が登録できる。</a:t>
            </a:r>
            <a:endParaRPr lang="en-US" altLang="ja-JP" dirty="0"/>
          </a:p>
          <a:p>
            <a:pPr lvl="1">
              <a:lnSpc>
                <a:spcPct val="120000"/>
              </a:lnSpc>
            </a:pPr>
            <a:r>
              <a:rPr lang="en-US" altLang="ja-JP" dirty="0"/>
              <a:t>Pull Request</a:t>
            </a:r>
            <a:r>
              <a:rPr lang="ja-JP" altLang="en-US"/>
              <a:t>が発行できる。</a:t>
            </a:r>
            <a:endParaRPr lang="en-US" altLang="ja-JP" dirty="0"/>
          </a:p>
          <a:p>
            <a:pPr lvl="2">
              <a:lnSpc>
                <a:spcPct val="120000"/>
              </a:lnSpc>
            </a:pPr>
            <a:r>
              <a:rPr lang="en-US" altLang="ja-JP" dirty="0"/>
              <a:t>Merge Request</a:t>
            </a:r>
            <a:r>
              <a:rPr lang="ja-JP" altLang="en-US"/>
              <a:t>とも呼ばれる。</a:t>
            </a:r>
            <a:endParaRPr lang="en-US" altLang="ja-JP" dirty="0"/>
          </a:p>
          <a:p>
            <a:pPr lvl="1">
              <a:lnSpc>
                <a:spcPct val="120000"/>
              </a:lnSpc>
            </a:pPr>
            <a:r>
              <a:rPr lang="ja-JP" altLang="en-US"/>
              <a:t>レビューが行える。</a:t>
            </a:r>
            <a:endParaRPr lang="en-US" altLang="ja-JP" dirty="0"/>
          </a:p>
          <a:p>
            <a:pPr lvl="1">
              <a:lnSpc>
                <a:spcPct val="120000"/>
              </a:lnSpc>
            </a:pPr>
            <a:r>
              <a:rPr lang="en-US" altLang="ja-JP" dirty="0"/>
              <a:t>CI</a:t>
            </a:r>
            <a:r>
              <a:rPr lang="ja-JP" altLang="en-US"/>
              <a:t>が動く。</a:t>
            </a:r>
            <a:endParaRPr lang="en-US" altLang="ja-JP" dirty="0"/>
          </a:p>
          <a:p>
            <a:pPr>
              <a:lnSpc>
                <a:spcPct val="120000"/>
              </a:lnSpc>
            </a:pPr>
            <a:r>
              <a:rPr lang="ja-JP" altLang="en-US"/>
              <a:t>今日の開発のデファクトスタンダードになっている。</a:t>
            </a:r>
          </a:p>
        </p:txBody>
      </p:sp>
      <p:sp>
        <p:nvSpPr>
          <p:cNvPr id="4" name="日付プレースホルダー 3">
            <a:extLst>
              <a:ext uri="{FF2B5EF4-FFF2-40B4-BE49-F238E27FC236}">
                <a16:creationId xmlns:a16="http://schemas.microsoft.com/office/drawing/2014/main" id="{E5075884-0EB2-DB6F-2E4F-4711D29BAA78}"/>
              </a:ext>
            </a:extLst>
          </p:cNvPr>
          <p:cNvSpPr>
            <a:spLocks noGrp="1"/>
          </p:cNvSpPr>
          <p:nvPr>
            <p:ph type="dt" sz="half" idx="10"/>
          </p:nvPr>
        </p:nvSpPr>
        <p:spPr/>
        <p:txBody>
          <a:bodyPr/>
          <a:lstStyle/>
          <a:p>
            <a:r>
              <a:rPr kumimoji="1" lang="en-US" altLang="ja-JP"/>
              <a:t>2026/10/29</a:t>
            </a:r>
            <a:endParaRPr kumimoji="1" lang="ja-JP" altLang="en-US"/>
          </a:p>
        </p:txBody>
      </p:sp>
      <p:sp>
        <p:nvSpPr>
          <p:cNvPr id="5" name="スライド番号プレースホルダー 4">
            <a:extLst>
              <a:ext uri="{FF2B5EF4-FFF2-40B4-BE49-F238E27FC236}">
                <a16:creationId xmlns:a16="http://schemas.microsoft.com/office/drawing/2014/main" id="{3F51F040-6E5F-682A-F91D-C74D910B0785}"/>
              </a:ext>
            </a:extLst>
          </p:cNvPr>
          <p:cNvSpPr>
            <a:spLocks noGrp="1"/>
          </p:cNvSpPr>
          <p:nvPr>
            <p:ph type="sldNum" sz="quarter" idx="12"/>
          </p:nvPr>
        </p:nvSpPr>
        <p:spPr/>
        <p:txBody>
          <a:bodyPr/>
          <a:lstStyle/>
          <a:p>
            <a:fld id="{74E5C2EA-A201-0F41-BE6C-96A0CC88D6B3}" type="slidenum">
              <a:rPr kumimoji="1" lang="ja-JP" altLang="en-US" smtClean="0"/>
              <a:t>6</a:t>
            </a:fld>
            <a:endParaRPr kumimoji="1" lang="ja-JP" altLang="en-US"/>
          </a:p>
        </p:txBody>
      </p:sp>
      <p:pic>
        <p:nvPicPr>
          <p:cNvPr id="10" name="図 9" descr="GitHub Pagesの新機能、ソース設定が地味にいい | To Be Decided">
            <a:extLst>
              <a:ext uri="{FF2B5EF4-FFF2-40B4-BE49-F238E27FC236}">
                <a16:creationId xmlns:a16="http://schemas.microsoft.com/office/drawing/2014/main" id="{4626E4A8-45A6-5CBC-CB6D-4FC1283CB808}"/>
              </a:ext>
            </a:extLst>
          </p:cNvPr>
          <p:cNvPicPr>
            <a:picLocks noChangeAspect="1"/>
          </p:cNvPicPr>
          <p:nvPr/>
        </p:nvPicPr>
        <p:blipFill>
          <a:blip r:embed="rId2"/>
          <a:stretch>
            <a:fillRect/>
          </a:stretch>
        </p:blipFill>
        <p:spPr>
          <a:xfrm>
            <a:off x="6264232" y="1477297"/>
            <a:ext cx="3890769" cy="1440000"/>
          </a:xfrm>
          <a:prstGeom prst="rect">
            <a:avLst/>
          </a:prstGeom>
        </p:spPr>
      </p:pic>
      <p:pic>
        <p:nvPicPr>
          <p:cNvPr id="11" name="図 10" descr="ファイル:GitLab logo.svg - Wikipedia">
            <a:extLst>
              <a:ext uri="{FF2B5EF4-FFF2-40B4-BE49-F238E27FC236}">
                <a16:creationId xmlns:a16="http://schemas.microsoft.com/office/drawing/2014/main" id="{AAF22FDA-2E46-0795-02D2-30BB9F0B3C94}"/>
              </a:ext>
            </a:extLst>
          </p:cNvPr>
          <p:cNvPicPr>
            <a:picLocks noChangeAspect="1"/>
          </p:cNvPicPr>
          <p:nvPr/>
        </p:nvPicPr>
        <p:blipFill>
          <a:blip r:embed="rId3"/>
          <a:stretch>
            <a:fillRect/>
          </a:stretch>
        </p:blipFill>
        <p:spPr>
          <a:xfrm>
            <a:off x="6766686" y="2750667"/>
            <a:ext cx="2578036" cy="789524"/>
          </a:xfrm>
          <a:prstGeom prst="rect">
            <a:avLst/>
          </a:prstGeom>
        </p:spPr>
      </p:pic>
      <p:pic>
        <p:nvPicPr>
          <p:cNvPr id="16" name="グラフィックス 15">
            <a:extLst>
              <a:ext uri="{FF2B5EF4-FFF2-40B4-BE49-F238E27FC236}">
                <a16:creationId xmlns:a16="http://schemas.microsoft.com/office/drawing/2014/main" id="{0C15BA6C-11B2-22E6-A099-AF987F1DFA4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51486" y="3333020"/>
            <a:ext cx="4589999" cy="1440000"/>
          </a:xfrm>
          <a:prstGeom prst="rect">
            <a:avLst/>
          </a:prstGeom>
        </p:spPr>
      </p:pic>
      <p:pic>
        <p:nvPicPr>
          <p:cNvPr id="17" name="図 16" descr="Giteaとは？機能や特徴・製品の概要まとめ">
            <a:extLst>
              <a:ext uri="{FF2B5EF4-FFF2-40B4-BE49-F238E27FC236}">
                <a16:creationId xmlns:a16="http://schemas.microsoft.com/office/drawing/2014/main" id="{9F775514-774A-6FF2-6C1A-5E029CBC8E69}"/>
              </a:ext>
            </a:extLst>
          </p:cNvPr>
          <p:cNvPicPr>
            <a:picLocks noChangeAspect="1"/>
          </p:cNvPicPr>
          <p:nvPr/>
        </p:nvPicPr>
        <p:blipFill>
          <a:blip r:embed="rId5"/>
          <a:stretch>
            <a:fillRect/>
          </a:stretch>
        </p:blipFill>
        <p:spPr>
          <a:xfrm>
            <a:off x="6476524" y="4304258"/>
            <a:ext cx="2868198" cy="1024356"/>
          </a:xfrm>
          <a:prstGeom prst="rect">
            <a:avLst/>
          </a:prstGeom>
        </p:spPr>
      </p:pic>
      <p:pic>
        <p:nvPicPr>
          <p:cNvPr id="18" name="図 17" descr="Using Images | Codeberg Documentation">
            <a:extLst>
              <a:ext uri="{FF2B5EF4-FFF2-40B4-BE49-F238E27FC236}">
                <a16:creationId xmlns:a16="http://schemas.microsoft.com/office/drawing/2014/main" id="{56CAD160-0DAC-296D-BE98-36EE6EC3B07C}"/>
              </a:ext>
            </a:extLst>
          </p:cNvPr>
          <p:cNvPicPr>
            <a:picLocks noChangeAspect="1"/>
          </p:cNvPicPr>
          <p:nvPr/>
        </p:nvPicPr>
        <p:blipFill>
          <a:blip r:embed="rId6"/>
          <a:stretch>
            <a:fillRect/>
          </a:stretch>
        </p:blipFill>
        <p:spPr>
          <a:xfrm>
            <a:off x="6592354" y="5302482"/>
            <a:ext cx="3690000" cy="1080000"/>
          </a:xfrm>
          <a:prstGeom prst="rect">
            <a:avLst/>
          </a:prstGeom>
        </p:spPr>
      </p:pic>
      <p:sp>
        <p:nvSpPr>
          <p:cNvPr id="21" name="角丸四角形 20">
            <a:extLst>
              <a:ext uri="{FF2B5EF4-FFF2-40B4-BE49-F238E27FC236}">
                <a16:creationId xmlns:a16="http://schemas.microsoft.com/office/drawing/2014/main" id="{5DAC84ED-EF53-2AA4-748D-2F12E7ACF014}"/>
              </a:ext>
            </a:extLst>
          </p:cNvPr>
          <p:cNvSpPr/>
          <p:nvPr/>
        </p:nvSpPr>
        <p:spPr>
          <a:xfrm>
            <a:off x="6592354" y="1670572"/>
            <a:ext cx="3423184" cy="1073983"/>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709877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dissolve">
                                      <p:cBhvr>
                                        <p:cTn id="11" dur="500"/>
                                        <p:tgtEl>
                                          <p:spTgt spid="11"/>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dissolve">
                                      <p:cBhvr>
                                        <p:cTn id="15" dur="500"/>
                                        <p:tgtEl>
                                          <p:spTgt spid="16"/>
                                        </p:tgtEl>
                                      </p:cBhvr>
                                    </p:animEffect>
                                  </p:childTnLst>
                                </p:cTn>
                              </p:par>
                            </p:childTnLst>
                          </p:cTn>
                        </p:par>
                        <p:par>
                          <p:cTn id="16" fill="hold">
                            <p:stCondLst>
                              <p:cond delay="1500"/>
                            </p:stCondLst>
                            <p:childTnLst>
                              <p:par>
                                <p:cTn id="17" presetID="9" presetClass="entr" presetSubtype="0" fill="hold"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dissolve">
                                      <p:cBhvr>
                                        <p:cTn id="19" dur="500"/>
                                        <p:tgtEl>
                                          <p:spTgt spid="17"/>
                                        </p:tgtEl>
                                      </p:cBhvr>
                                    </p:animEffect>
                                  </p:childTnLst>
                                </p:cTn>
                              </p:par>
                            </p:childTnLst>
                          </p:cTn>
                        </p:par>
                        <p:par>
                          <p:cTn id="20" fill="hold">
                            <p:stCondLst>
                              <p:cond delay="2000"/>
                            </p:stCondLst>
                            <p:childTnLst>
                              <p:par>
                                <p:cTn id="21" presetID="9" presetClass="entr" presetSubtype="0" fill="hold" nodeType="after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dissolve">
                                      <p:cBhvr>
                                        <p:cTn id="23" dur="500"/>
                                        <p:tgtEl>
                                          <p:spTgt spid="18"/>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dissolve">
                                      <p:cBhvr>
                                        <p:cTn id="2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5B0296-EF41-A9F6-F83D-497877AC40E1}"/>
              </a:ext>
            </a:extLst>
          </p:cNvPr>
          <p:cNvSpPr>
            <a:spLocks noGrp="1"/>
          </p:cNvSpPr>
          <p:nvPr>
            <p:ph type="title"/>
          </p:nvPr>
        </p:nvSpPr>
        <p:spPr/>
        <p:txBody>
          <a:bodyPr/>
          <a:lstStyle/>
          <a:p>
            <a:r>
              <a:rPr kumimoji="1" lang="en-US" altLang="ja-JP" dirty="0"/>
              <a:t>OSS</a:t>
            </a:r>
            <a:r>
              <a:rPr kumimoji="1" lang="ja-JP" altLang="en-US"/>
              <a:t>開発とは</a:t>
            </a:r>
          </a:p>
        </p:txBody>
      </p:sp>
      <p:sp>
        <p:nvSpPr>
          <p:cNvPr id="7" name="コンテンツ プレースホルダー 6">
            <a:extLst>
              <a:ext uri="{FF2B5EF4-FFF2-40B4-BE49-F238E27FC236}">
                <a16:creationId xmlns:a16="http://schemas.microsoft.com/office/drawing/2014/main" id="{E53B11DA-D076-F6D6-8E64-CD89B7461E48}"/>
              </a:ext>
            </a:extLst>
          </p:cNvPr>
          <p:cNvSpPr>
            <a:spLocks noGrp="1"/>
          </p:cNvSpPr>
          <p:nvPr>
            <p:ph idx="1"/>
          </p:nvPr>
        </p:nvSpPr>
        <p:spPr>
          <a:xfrm>
            <a:off x="838200" y="1825625"/>
            <a:ext cx="10891838" cy="4351338"/>
          </a:xfrm>
        </p:spPr>
        <p:txBody>
          <a:bodyPr>
            <a:normAutofit fontScale="92500"/>
          </a:bodyPr>
          <a:lstStyle/>
          <a:p>
            <a:pPr>
              <a:lnSpc>
                <a:spcPct val="110000"/>
              </a:lnSpc>
            </a:pPr>
            <a:r>
              <a:rPr lang="ja-JP" altLang="en-US"/>
              <a:t>世界中の見知らぬ人たちが協力して</a:t>
            </a:r>
            <a:r>
              <a:rPr lang="en-US" altLang="ja-JP" dirty="0"/>
              <a:t>1</a:t>
            </a:r>
            <a:r>
              <a:rPr lang="ja-JP" altLang="en-US"/>
              <a:t>つのソフトウェアを作り上げている。</a:t>
            </a:r>
            <a:endParaRPr lang="en-US" altLang="ja-JP" dirty="0"/>
          </a:p>
          <a:p>
            <a:pPr lvl="1">
              <a:lnSpc>
                <a:spcPct val="110000"/>
              </a:lnSpc>
            </a:pPr>
            <a:r>
              <a:rPr lang="ja-JP" altLang="en-US"/>
              <a:t>様々な観点から協力している。</a:t>
            </a:r>
            <a:endParaRPr lang="en-US" altLang="ja-JP" dirty="0"/>
          </a:p>
          <a:p>
            <a:pPr lvl="1">
              <a:lnSpc>
                <a:spcPct val="110000"/>
              </a:lnSpc>
            </a:pPr>
            <a:r>
              <a:rPr lang="ja-JP" altLang="en-US"/>
              <a:t>貢献はコード修正に限らない。</a:t>
            </a:r>
            <a:endParaRPr lang="en-US" altLang="ja-JP" dirty="0"/>
          </a:p>
          <a:p>
            <a:pPr lvl="1">
              <a:lnSpc>
                <a:spcPct val="110000"/>
              </a:lnSpc>
            </a:pPr>
            <a:r>
              <a:rPr lang="ja-JP" altLang="en-US"/>
              <a:t>以下のものも立派な貢献である。</a:t>
            </a:r>
            <a:endParaRPr lang="en-US" altLang="ja-JP" dirty="0"/>
          </a:p>
          <a:p>
            <a:pPr lvl="2">
              <a:lnSpc>
                <a:spcPct val="110000"/>
              </a:lnSpc>
            </a:pPr>
            <a:r>
              <a:rPr lang="ja-JP" altLang="en-US"/>
              <a:t>バグ報告、文書の修正、翻訳、質問への回答など。</a:t>
            </a:r>
            <a:endParaRPr lang="en-US" altLang="ja-JP" dirty="0"/>
          </a:p>
        </p:txBody>
      </p:sp>
      <p:sp>
        <p:nvSpPr>
          <p:cNvPr id="5" name="日付プレースホルダー 4">
            <a:extLst>
              <a:ext uri="{FF2B5EF4-FFF2-40B4-BE49-F238E27FC236}">
                <a16:creationId xmlns:a16="http://schemas.microsoft.com/office/drawing/2014/main" id="{0716552C-1A5B-C9F7-363F-0B725E2125D8}"/>
              </a:ext>
            </a:extLst>
          </p:cNvPr>
          <p:cNvSpPr>
            <a:spLocks noGrp="1"/>
          </p:cNvSpPr>
          <p:nvPr>
            <p:ph type="dt" sz="half" idx="10"/>
          </p:nvPr>
        </p:nvSpPr>
        <p:spPr/>
        <p:txBody>
          <a:bodyPr/>
          <a:lstStyle/>
          <a:p>
            <a:r>
              <a:rPr kumimoji="1" lang="en-US" altLang="ja-JP"/>
              <a:t>2026/10/29</a:t>
            </a:r>
            <a:endParaRPr kumimoji="1" lang="ja-JP" altLang="en-US"/>
          </a:p>
        </p:txBody>
      </p:sp>
      <p:sp>
        <p:nvSpPr>
          <p:cNvPr id="6" name="スライド番号プレースホルダー 5">
            <a:extLst>
              <a:ext uri="{FF2B5EF4-FFF2-40B4-BE49-F238E27FC236}">
                <a16:creationId xmlns:a16="http://schemas.microsoft.com/office/drawing/2014/main" id="{4CB673E8-D056-C8C0-7AE9-4058931F7BB9}"/>
              </a:ext>
            </a:extLst>
          </p:cNvPr>
          <p:cNvSpPr>
            <a:spLocks noGrp="1"/>
          </p:cNvSpPr>
          <p:nvPr>
            <p:ph type="sldNum" sz="quarter" idx="12"/>
          </p:nvPr>
        </p:nvSpPr>
        <p:spPr/>
        <p:txBody>
          <a:bodyPr/>
          <a:lstStyle/>
          <a:p>
            <a:fld id="{74E5C2EA-A201-0F41-BE6C-96A0CC88D6B3}" type="slidenum">
              <a:rPr kumimoji="1" lang="ja-JP" altLang="en-US" smtClean="0"/>
              <a:t>7</a:t>
            </a:fld>
            <a:endParaRPr kumimoji="1" lang="ja-JP" altLang="en-US"/>
          </a:p>
        </p:txBody>
      </p:sp>
    </p:spTree>
    <p:extLst>
      <p:ext uri="{BB962C8B-B14F-4D97-AF65-F5344CB8AC3E}">
        <p14:creationId xmlns:p14="http://schemas.microsoft.com/office/powerpoint/2010/main" val="2162689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B55BD5-6D92-6D01-2F7A-B7E5FC2F07B0}"/>
              </a:ext>
            </a:extLst>
          </p:cNvPr>
          <p:cNvSpPr>
            <a:spLocks noGrp="1"/>
          </p:cNvSpPr>
          <p:nvPr>
            <p:ph type="title"/>
          </p:nvPr>
        </p:nvSpPr>
        <p:spPr/>
        <p:txBody>
          <a:bodyPr/>
          <a:lstStyle/>
          <a:p>
            <a:r>
              <a:rPr kumimoji="1" lang="en-US" altLang="ja-JP" dirty="0"/>
              <a:t>OSS</a:t>
            </a:r>
            <a:r>
              <a:rPr kumimoji="1" lang="ja-JP" altLang="en-US"/>
              <a:t>を構成するもの</a:t>
            </a:r>
          </a:p>
        </p:txBody>
      </p:sp>
      <p:sp>
        <p:nvSpPr>
          <p:cNvPr id="3" name="コンテンツ プレースホルダー 2">
            <a:extLst>
              <a:ext uri="{FF2B5EF4-FFF2-40B4-BE49-F238E27FC236}">
                <a16:creationId xmlns:a16="http://schemas.microsoft.com/office/drawing/2014/main" id="{EF796F5D-2F97-4E44-F452-41161CF984A1}"/>
              </a:ext>
            </a:extLst>
          </p:cNvPr>
          <p:cNvSpPr>
            <a:spLocks noGrp="1"/>
          </p:cNvSpPr>
          <p:nvPr>
            <p:ph sz="half" idx="1"/>
          </p:nvPr>
        </p:nvSpPr>
        <p:spPr/>
        <p:txBody>
          <a:bodyPr>
            <a:normAutofit fontScale="47500" lnSpcReduction="20000"/>
          </a:bodyPr>
          <a:lstStyle/>
          <a:p>
            <a:pPr>
              <a:lnSpc>
                <a:spcPct val="120000"/>
              </a:lnSpc>
            </a:pPr>
            <a:r>
              <a:rPr kumimoji="1" lang="ja-JP" altLang="en-US"/>
              <a:t>ソースコード</a:t>
            </a:r>
            <a:endParaRPr kumimoji="1" lang="en-US" altLang="ja-JP" dirty="0"/>
          </a:p>
          <a:p>
            <a:pPr lvl="1">
              <a:lnSpc>
                <a:spcPct val="120000"/>
              </a:lnSpc>
            </a:pPr>
            <a:r>
              <a:rPr kumimoji="1" lang="ja-JP" altLang="en-US"/>
              <a:t>プロダクトコード</a:t>
            </a:r>
            <a:endParaRPr kumimoji="1" lang="en-US" altLang="ja-JP" dirty="0"/>
          </a:p>
          <a:p>
            <a:pPr lvl="1">
              <a:lnSpc>
                <a:spcPct val="120000"/>
              </a:lnSpc>
            </a:pPr>
            <a:r>
              <a:rPr lang="ja-JP" altLang="en-US"/>
              <a:t>テストコード</a:t>
            </a:r>
            <a:endParaRPr lang="en-US" altLang="ja-JP" dirty="0"/>
          </a:p>
          <a:p>
            <a:pPr lvl="1">
              <a:lnSpc>
                <a:spcPct val="120000"/>
              </a:lnSpc>
            </a:pPr>
            <a:r>
              <a:rPr kumimoji="1" lang="ja-JP" altLang="en-US"/>
              <a:t>補助スクリプト</a:t>
            </a:r>
            <a:endParaRPr kumimoji="1" lang="en-US" altLang="ja-JP" dirty="0"/>
          </a:p>
          <a:p>
            <a:pPr>
              <a:lnSpc>
                <a:spcPct val="120000"/>
              </a:lnSpc>
            </a:pPr>
            <a:r>
              <a:rPr lang="ja-JP" altLang="en-US"/>
              <a:t>ドキュメント（人が読む）</a:t>
            </a:r>
            <a:endParaRPr lang="en-US" altLang="ja-JP" dirty="0"/>
          </a:p>
          <a:p>
            <a:pPr lvl="1">
              <a:lnSpc>
                <a:spcPct val="120000"/>
              </a:lnSpc>
            </a:pPr>
            <a:r>
              <a:rPr lang="en-US" altLang="ja-JP" dirty="0"/>
              <a:t>README</a:t>
            </a:r>
          </a:p>
          <a:p>
            <a:pPr lvl="1">
              <a:lnSpc>
                <a:spcPct val="120000"/>
              </a:lnSpc>
            </a:pPr>
            <a:r>
              <a:rPr lang="ja-JP" altLang="en-US"/>
              <a:t>ライセンス</a:t>
            </a:r>
            <a:endParaRPr lang="en-US" altLang="ja-JP" dirty="0"/>
          </a:p>
          <a:p>
            <a:pPr lvl="1">
              <a:lnSpc>
                <a:spcPct val="120000"/>
              </a:lnSpc>
            </a:pPr>
            <a:r>
              <a:rPr lang="en-US" altLang="ja-JP" dirty="0"/>
              <a:t>Code of Conduct</a:t>
            </a:r>
          </a:p>
          <a:p>
            <a:pPr lvl="1">
              <a:lnSpc>
                <a:spcPct val="120000"/>
              </a:lnSpc>
            </a:pPr>
            <a:r>
              <a:rPr lang="ja-JP" altLang="en-US"/>
              <a:t>利用者向けドキュメント</a:t>
            </a:r>
            <a:endParaRPr lang="en-US" altLang="ja-JP" dirty="0"/>
          </a:p>
          <a:p>
            <a:pPr lvl="1">
              <a:lnSpc>
                <a:spcPct val="120000"/>
              </a:lnSpc>
            </a:pPr>
            <a:r>
              <a:rPr lang="ja-JP" altLang="en-US"/>
              <a:t>開発者向けドキュメント</a:t>
            </a:r>
            <a:endParaRPr lang="en-US" altLang="ja-JP" dirty="0"/>
          </a:p>
          <a:p>
            <a:pPr>
              <a:lnSpc>
                <a:spcPct val="120000"/>
              </a:lnSpc>
            </a:pPr>
            <a:r>
              <a:rPr lang="ja-JP" altLang="en-US"/>
              <a:t>配布物（成果物）</a:t>
            </a:r>
            <a:endParaRPr lang="en-US" altLang="ja-JP" dirty="0"/>
          </a:p>
          <a:p>
            <a:pPr>
              <a:lnSpc>
                <a:spcPct val="120000"/>
              </a:lnSpc>
            </a:pPr>
            <a:endParaRPr lang="ja-JP" altLang="en-US"/>
          </a:p>
          <a:p>
            <a:pPr>
              <a:lnSpc>
                <a:spcPct val="120000"/>
              </a:lnSpc>
            </a:pPr>
            <a:endParaRPr kumimoji="1" lang="ja-JP" altLang="en-US"/>
          </a:p>
        </p:txBody>
      </p:sp>
      <p:sp>
        <p:nvSpPr>
          <p:cNvPr id="6" name="コンテンツ プレースホルダー 5">
            <a:extLst>
              <a:ext uri="{FF2B5EF4-FFF2-40B4-BE49-F238E27FC236}">
                <a16:creationId xmlns:a16="http://schemas.microsoft.com/office/drawing/2014/main" id="{0E8FDBD3-F910-5DC3-7615-8B1D9FFAB58C}"/>
              </a:ext>
            </a:extLst>
          </p:cNvPr>
          <p:cNvSpPr>
            <a:spLocks noGrp="1"/>
          </p:cNvSpPr>
          <p:nvPr>
            <p:ph sz="half" idx="2"/>
          </p:nvPr>
        </p:nvSpPr>
        <p:spPr>
          <a:xfrm>
            <a:off x="6172200" y="1825625"/>
            <a:ext cx="5181600" cy="4895850"/>
          </a:xfrm>
        </p:spPr>
        <p:txBody>
          <a:bodyPr>
            <a:normAutofit fontScale="47500" lnSpcReduction="20000"/>
          </a:bodyPr>
          <a:lstStyle/>
          <a:p>
            <a:pPr>
              <a:lnSpc>
                <a:spcPct val="120000"/>
              </a:lnSpc>
            </a:pPr>
            <a:r>
              <a:rPr lang="ja-JP" altLang="ja-JP"/>
              <a:t>ビルド・環境・自動化の設定</a:t>
            </a:r>
            <a:endParaRPr lang="en-US" altLang="ja-JP" dirty="0"/>
          </a:p>
          <a:p>
            <a:pPr lvl="1">
              <a:lnSpc>
                <a:spcPct val="120000"/>
              </a:lnSpc>
            </a:pPr>
            <a:r>
              <a:rPr lang="ja-JP" altLang="en-US"/>
              <a:t>依存関係の定義（</a:t>
            </a:r>
            <a:r>
              <a:rPr lang="en-US" altLang="ja-JP" dirty="0" err="1">
                <a:latin typeface="Consolas" panose="020B0609020204030204" pitchFamily="49" charset="0"/>
                <a:cs typeface="Consolas" panose="020B0609020204030204" pitchFamily="49" charset="0"/>
              </a:rPr>
              <a:t>package.json</a:t>
            </a:r>
            <a:r>
              <a:rPr lang="ja-JP" altLang="en-US"/>
              <a:t>など）</a:t>
            </a:r>
            <a:endParaRPr lang="en-US" altLang="ja-JP" dirty="0"/>
          </a:p>
          <a:p>
            <a:pPr lvl="1">
              <a:lnSpc>
                <a:spcPct val="120000"/>
              </a:lnSpc>
            </a:pPr>
            <a:r>
              <a:rPr lang="ja-JP" altLang="en-US"/>
              <a:t>ビルド環境</a:t>
            </a:r>
            <a:endParaRPr lang="en-US" altLang="ja-JP" dirty="0"/>
          </a:p>
          <a:p>
            <a:pPr lvl="1">
              <a:lnSpc>
                <a:spcPct val="120000"/>
              </a:lnSpc>
            </a:pPr>
            <a:r>
              <a:rPr lang="en-US" altLang="ja-JP" dirty="0"/>
              <a:t>CI</a:t>
            </a:r>
          </a:p>
          <a:p>
            <a:pPr lvl="1">
              <a:lnSpc>
                <a:spcPct val="120000"/>
              </a:lnSpc>
            </a:pPr>
            <a:r>
              <a:rPr lang="ja-JP" altLang="en-US"/>
              <a:t>設定ファイル</a:t>
            </a:r>
            <a:endParaRPr lang="en-US" altLang="ja-JP" dirty="0"/>
          </a:p>
          <a:p>
            <a:pPr>
              <a:lnSpc>
                <a:spcPct val="120000"/>
              </a:lnSpc>
            </a:pPr>
            <a:r>
              <a:rPr lang="ja-JP" altLang="en-US"/>
              <a:t>データ・素材</a:t>
            </a:r>
            <a:endParaRPr lang="en-US" altLang="ja-JP" dirty="0"/>
          </a:p>
          <a:p>
            <a:pPr lvl="1">
              <a:lnSpc>
                <a:spcPct val="120000"/>
              </a:lnSpc>
            </a:pPr>
            <a:r>
              <a:rPr lang="ja-JP" altLang="en-US"/>
              <a:t>画像、アイコン、フォント</a:t>
            </a:r>
            <a:endParaRPr lang="en-US" altLang="ja-JP" dirty="0"/>
          </a:p>
          <a:p>
            <a:pPr lvl="1">
              <a:lnSpc>
                <a:spcPct val="120000"/>
              </a:lnSpc>
            </a:pPr>
            <a:r>
              <a:rPr lang="ja-JP" altLang="en-US"/>
              <a:t>テストデータなど</a:t>
            </a:r>
            <a:endParaRPr lang="en-US" altLang="ja-JP" dirty="0"/>
          </a:p>
          <a:p>
            <a:pPr>
              <a:lnSpc>
                <a:spcPct val="120000"/>
              </a:lnSpc>
            </a:pPr>
            <a:r>
              <a:rPr lang="ja-JP" altLang="en-US"/>
              <a:t>開発の場</a:t>
            </a:r>
            <a:endParaRPr lang="en-US" altLang="ja-JP" dirty="0"/>
          </a:p>
          <a:p>
            <a:pPr lvl="1">
              <a:lnSpc>
                <a:spcPct val="120000"/>
              </a:lnSpc>
            </a:pPr>
            <a:r>
              <a:rPr lang="ja-JP" altLang="en-US"/>
              <a:t>ファイルではなく、活動の記録</a:t>
            </a:r>
            <a:endParaRPr lang="en-US" altLang="ja-JP" dirty="0"/>
          </a:p>
          <a:p>
            <a:pPr lvl="1">
              <a:lnSpc>
                <a:spcPct val="120000"/>
              </a:lnSpc>
            </a:pPr>
            <a:r>
              <a:rPr lang="en-US" altLang="ja-JP" dirty="0"/>
              <a:t>Issue, Pull Request</a:t>
            </a:r>
            <a:r>
              <a:rPr lang="ja-JP" altLang="en-US"/>
              <a:t>の履歴</a:t>
            </a:r>
            <a:endParaRPr lang="en-US" altLang="ja-JP" dirty="0"/>
          </a:p>
          <a:p>
            <a:pPr lvl="1">
              <a:lnSpc>
                <a:spcPct val="120000"/>
              </a:lnSpc>
            </a:pPr>
            <a:r>
              <a:rPr lang="ja-JP" altLang="en-US"/>
              <a:t>ソースコード履歴</a:t>
            </a:r>
          </a:p>
        </p:txBody>
      </p:sp>
      <p:sp>
        <p:nvSpPr>
          <p:cNvPr id="4" name="日付プレースホルダー 3">
            <a:extLst>
              <a:ext uri="{FF2B5EF4-FFF2-40B4-BE49-F238E27FC236}">
                <a16:creationId xmlns:a16="http://schemas.microsoft.com/office/drawing/2014/main" id="{805289F1-A14D-A74B-49D0-CC832241AAFE}"/>
              </a:ext>
            </a:extLst>
          </p:cNvPr>
          <p:cNvSpPr>
            <a:spLocks noGrp="1"/>
          </p:cNvSpPr>
          <p:nvPr>
            <p:ph type="dt" sz="half" idx="10"/>
          </p:nvPr>
        </p:nvSpPr>
        <p:spPr/>
        <p:txBody>
          <a:bodyPr/>
          <a:lstStyle/>
          <a:p>
            <a:r>
              <a:rPr kumimoji="1" lang="en-US" altLang="ja-JP"/>
              <a:t>2026/10/29</a:t>
            </a:r>
            <a:endParaRPr kumimoji="1" lang="ja-JP" altLang="en-US"/>
          </a:p>
        </p:txBody>
      </p:sp>
      <p:sp>
        <p:nvSpPr>
          <p:cNvPr id="5" name="スライド番号プレースホルダー 4">
            <a:extLst>
              <a:ext uri="{FF2B5EF4-FFF2-40B4-BE49-F238E27FC236}">
                <a16:creationId xmlns:a16="http://schemas.microsoft.com/office/drawing/2014/main" id="{107A3BF4-5746-B246-FB10-8F254A15BC73}"/>
              </a:ext>
            </a:extLst>
          </p:cNvPr>
          <p:cNvSpPr>
            <a:spLocks noGrp="1"/>
          </p:cNvSpPr>
          <p:nvPr>
            <p:ph type="sldNum" sz="quarter" idx="12"/>
          </p:nvPr>
        </p:nvSpPr>
        <p:spPr/>
        <p:txBody>
          <a:bodyPr/>
          <a:lstStyle/>
          <a:p>
            <a:fld id="{74E5C2EA-A201-0F41-BE6C-96A0CC88D6B3}" type="slidenum">
              <a:rPr kumimoji="1" lang="ja-JP" altLang="en-US" smtClean="0"/>
              <a:t>8</a:t>
            </a:fld>
            <a:endParaRPr kumimoji="1" lang="ja-JP" altLang="en-US"/>
          </a:p>
        </p:txBody>
      </p:sp>
    </p:spTree>
    <p:extLst>
      <p:ext uri="{BB962C8B-B14F-4D97-AF65-F5344CB8AC3E}">
        <p14:creationId xmlns:p14="http://schemas.microsoft.com/office/powerpoint/2010/main" val="2426650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F7EFE3-6FB2-7179-3161-91C25FA36355}"/>
              </a:ext>
            </a:extLst>
          </p:cNvPr>
          <p:cNvSpPr>
            <a:spLocks noGrp="1"/>
          </p:cNvSpPr>
          <p:nvPr>
            <p:ph type="title"/>
          </p:nvPr>
        </p:nvSpPr>
        <p:spPr/>
        <p:txBody>
          <a:bodyPr/>
          <a:lstStyle/>
          <a:p>
            <a:r>
              <a:rPr kumimoji="1" lang="ja-JP" altLang="en-US"/>
              <a:t>今回の題材</a:t>
            </a:r>
            <a:r>
              <a:rPr kumimoji="1" lang="en-US" altLang="ja-JP" dirty="0"/>
              <a:t> Welfare-TIME</a:t>
            </a:r>
            <a:endParaRPr kumimoji="1" lang="ja-JP" altLang="en-US"/>
          </a:p>
        </p:txBody>
      </p:sp>
      <p:sp>
        <p:nvSpPr>
          <p:cNvPr id="3" name="コンテンツ プレースホルダー 2">
            <a:extLst>
              <a:ext uri="{FF2B5EF4-FFF2-40B4-BE49-F238E27FC236}">
                <a16:creationId xmlns:a16="http://schemas.microsoft.com/office/drawing/2014/main" id="{694E2E2F-2D5A-BF0C-A6E0-B3A0A1302262}"/>
              </a:ext>
            </a:extLst>
          </p:cNvPr>
          <p:cNvSpPr>
            <a:spLocks noGrp="1"/>
          </p:cNvSpPr>
          <p:nvPr>
            <p:ph sz="half" idx="1"/>
          </p:nvPr>
        </p:nvSpPr>
        <p:spPr>
          <a:xfrm>
            <a:off x="838200" y="1825625"/>
            <a:ext cx="4344499" cy="4351338"/>
          </a:xfrm>
        </p:spPr>
        <p:txBody>
          <a:bodyPr>
            <a:normAutofit fontScale="55000" lnSpcReduction="20000"/>
          </a:bodyPr>
          <a:lstStyle/>
          <a:p>
            <a:pPr>
              <a:lnSpc>
                <a:spcPct val="120000"/>
              </a:lnSpc>
            </a:pPr>
            <a:r>
              <a:rPr kumimoji="1" lang="ja-JP" altLang="en-US"/>
              <a:t>京産大内の厚生施設の営業時間をまとめたもの。</a:t>
            </a:r>
            <a:endParaRPr kumimoji="1" lang="en-US" altLang="ja-JP" dirty="0"/>
          </a:p>
          <a:p>
            <a:pPr lvl="1">
              <a:lnSpc>
                <a:spcPct val="120000"/>
              </a:lnSpc>
            </a:pPr>
            <a:r>
              <a:rPr lang="ja-JP" altLang="en-US"/>
              <a:t>キッチンカー情報もスクレイピングする。</a:t>
            </a:r>
            <a:endParaRPr lang="en-US" altLang="ja-JP" dirty="0"/>
          </a:p>
          <a:p>
            <a:pPr lvl="1">
              <a:lnSpc>
                <a:spcPct val="120000"/>
              </a:lnSpc>
            </a:pPr>
            <a:r>
              <a:rPr lang="ja-JP" altLang="en-US"/>
              <a:t>毎朝、</a:t>
            </a:r>
            <a:r>
              <a:rPr kumimoji="1" lang="ja-JP" altLang="en-US"/>
              <a:t>営業カレンダーの</a:t>
            </a:r>
            <a:r>
              <a:rPr kumimoji="1" lang="en-US" altLang="ja-JP" dirty="0"/>
              <a:t>PDF</a:t>
            </a:r>
            <a:r>
              <a:rPr kumimoji="1" lang="ja-JP" altLang="en-US"/>
              <a:t>を確認し、営業時間を更新する。</a:t>
            </a:r>
            <a:endParaRPr kumimoji="1" lang="en-US" altLang="ja-JP" dirty="0"/>
          </a:p>
          <a:p>
            <a:pPr lvl="1">
              <a:lnSpc>
                <a:spcPct val="120000"/>
              </a:lnSpc>
            </a:pPr>
            <a:r>
              <a:rPr lang="en-US" altLang="ja-JP" dirty="0"/>
              <a:t>REST API</a:t>
            </a:r>
            <a:r>
              <a:rPr lang="ja-JP" altLang="en-US"/>
              <a:t>を提供する。</a:t>
            </a:r>
            <a:endParaRPr lang="en-US" altLang="ja-JP" dirty="0"/>
          </a:p>
          <a:p>
            <a:pPr lvl="1">
              <a:lnSpc>
                <a:spcPct val="120000"/>
              </a:lnSpc>
            </a:pPr>
            <a:r>
              <a:rPr kumimoji="1" lang="ja-JP" altLang="en-US"/>
              <a:t>学内地図とのマッピングも取れる。</a:t>
            </a:r>
            <a:endParaRPr kumimoji="1" lang="en-US" altLang="ja-JP" dirty="0"/>
          </a:p>
          <a:p>
            <a:pPr>
              <a:lnSpc>
                <a:spcPct val="120000"/>
              </a:lnSpc>
            </a:pPr>
            <a:r>
              <a:rPr lang="en-US" altLang="ja-JP" dirty="0"/>
              <a:t>AI</a:t>
            </a:r>
            <a:r>
              <a:rPr lang="ja-JP" altLang="en-US"/>
              <a:t>を使って作成した。</a:t>
            </a:r>
            <a:endParaRPr kumimoji="1" lang="ja-JP" altLang="en-US"/>
          </a:p>
        </p:txBody>
      </p:sp>
      <p:pic>
        <p:nvPicPr>
          <p:cNvPr id="10" name="コンテンツ プレースホルダー 9">
            <a:extLst>
              <a:ext uri="{FF2B5EF4-FFF2-40B4-BE49-F238E27FC236}">
                <a16:creationId xmlns:a16="http://schemas.microsoft.com/office/drawing/2014/main" id="{CC0803F6-514B-F4A2-7A73-1654AFF3DEAB}"/>
              </a:ext>
            </a:extLst>
          </p:cNvPr>
          <p:cNvPicPr>
            <a:picLocks noGrp="1" noChangeAspect="1"/>
          </p:cNvPicPr>
          <p:nvPr>
            <p:ph sz="half" idx="2"/>
          </p:nvPr>
        </p:nvPicPr>
        <p:blipFill>
          <a:blip r:embed="rId2"/>
          <a:stretch>
            <a:fillRect/>
          </a:stretch>
        </p:blipFill>
        <p:spPr>
          <a:xfrm>
            <a:off x="5182700" y="1820648"/>
            <a:ext cx="7009300" cy="4351338"/>
          </a:xfrm>
          <a:prstGeom prst="rect">
            <a:avLst/>
          </a:prstGeom>
        </p:spPr>
      </p:pic>
      <p:sp>
        <p:nvSpPr>
          <p:cNvPr id="5" name="日付プレースホルダー 4">
            <a:extLst>
              <a:ext uri="{FF2B5EF4-FFF2-40B4-BE49-F238E27FC236}">
                <a16:creationId xmlns:a16="http://schemas.microsoft.com/office/drawing/2014/main" id="{9A1CDE1C-E926-9828-5F08-8FDD809522BA}"/>
              </a:ext>
            </a:extLst>
          </p:cNvPr>
          <p:cNvSpPr>
            <a:spLocks noGrp="1"/>
          </p:cNvSpPr>
          <p:nvPr>
            <p:ph type="dt" sz="half" idx="10"/>
          </p:nvPr>
        </p:nvSpPr>
        <p:spPr/>
        <p:txBody>
          <a:bodyPr/>
          <a:lstStyle/>
          <a:p>
            <a:r>
              <a:rPr kumimoji="1" lang="en-US" altLang="ja-JP"/>
              <a:t>2026/10/29</a:t>
            </a:r>
            <a:endParaRPr kumimoji="1" lang="ja-JP" altLang="en-US"/>
          </a:p>
        </p:txBody>
      </p:sp>
      <p:sp>
        <p:nvSpPr>
          <p:cNvPr id="6" name="スライド番号プレースホルダー 5">
            <a:extLst>
              <a:ext uri="{FF2B5EF4-FFF2-40B4-BE49-F238E27FC236}">
                <a16:creationId xmlns:a16="http://schemas.microsoft.com/office/drawing/2014/main" id="{28FD84DD-5015-60BB-6920-DFCEB9A3C1E4}"/>
              </a:ext>
            </a:extLst>
          </p:cNvPr>
          <p:cNvSpPr>
            <a:spLocks noGrp="1"/>
          </p:cNvSpPr>
          <p:nvPr>
            <p:ph type="sldNum" sz="quarter" idx="12"/>
          </p:nvPr>
        </p:nvSpPr>
        <p:spPr/>
        <p:txBody>
          <a:bodyPr/>
          <a:lstStyle/>
          <a:p>
            <a:fld id="{74E5C2EA-A201-0F41-BE6C-96A0CC88D6B3}" type="slidenum">
              <a:rPr kumimoji="1" lang="ja-JP" altLang="en-US" smtClean="0"/>
              <a:t>9</a:t>
            </a:fld>
            <a:endParaRPr kumimoji="1" lang="ja-JP" altLang="en-US"/>
          </a:p>
        </p:txBody>
      </p:sp>
      <p:sp>
        <p:nvSpPr>
          <p:cNvPr id="11" name="テキスト ボックス 10">
            <a:extLst>
              <a:ext uri="{FF2B5EF4-FFF2-40B4-BE49-F238E27FC236}">
                <a16:creationId xmlns:a16="http://schemas.microsoft.com/office/drawing/2014/main" id="{50DCD353-B2C6-D87C-38F2-651E5524882E}"/>
              </a:ext>
            </a:extLst>
          </p:cNvPr>
          <p:cNvSpPr txBox="1"/>
          <p:nvPr/>
        </p:nvSpPr>
        <p:spPr>
          <a:xfrm>
            <a:off x="5182771" y="6308209"/>
            <a:ext cx="5376793" cy="369332"/>
          </a:xfrm>
          <a:prstGeom prst="rect">
            <a:avLst/>
          </a:prstGeom>
          <a:noFill/>
        </p:spPr>
        <p:txBody>
          <a:bodyPr wrap="none" rtlCol="0">
            <a:spAutoFit/>
          </a:bodyPr>
          <a:lstStyle/>
          <a:p>
            <a:pPr algn="l"/>
            <a:r>
              <a:rPr kumimoji="1" lang="en-US" altLang="ja-JP" dirty="0">
                <a:latin typeface="Consolas" panose="020B0609020204030204" pitchFamily="49" charset="0"/>
                <a:ea typeface="Meiryo" panose="020B0604030504040204" pitchFamily="34" charset="-128"/>
                <a:cs typeface="Consolas" panose="020B0609020204030204" pitchFamily="49" charset="0"/>
                <a:hlinkClick r:id="rId3"/>
              </a:rPr>
              <a:t>https://tamadalab.github.io/welfare-time/</a:t>
            </a:r>
            <a:endParaRPr kumimoji="1" lang="en-US" altLang="ja-JP" dirty="0">
              <a:latin typeface="Consolas" panose="020B0609020204030204" pitchFamily="49" charset="0"/>
              <a:ea typeface="Meiryo" panose="020B0604030504040204" pitchFamily="34" charset="-128"/>
              <a:cs typeface="Consolas" panose="020B0609020204030204" pitchFamily="49" charset="0"/>
            </a:endParaRPr>
          </a:p>
        </p:txBody>
      </p:sp>
      <p:grpSp>
        <p:nvGrpSpPr>
          <p:cNvPr id="9" name="グループ化 8">
            <a:extLst>
              <a:ext uri="{FF2B5EF4-FFF2-40B4-BE49-F238E27FC236}">
                <a16:creationId xmlns:a16="http://schemas.microsoft.com/office/drawing/2014/main" id="{56E63AAA-4325-296F-9923-7D95B53852B1}"/>
              </a:ext>
            </a:extLst>
          </p:cNvPr>
          <p:cNvGrpSpPr/>
          <p:nvPr/>
        </p:nvGrpSpPr>
        <p:grpSpPr>
          <a:xfrm>
            <a:off x="10345373" y="4554751"/>
            <a:ext cx="1661276" cy="1661276"/>
            <a:chOff x="5647038" y="-617838"/>
            <a:chExt cx="1661276" cy="1661276"/>
          </a:xfrm>
        </p:grpSpPr>
        <p:sp>
          <p:nvSpPr>
            <p:cNvPr id="8" name="正方形/長方形 7">
              <a:extLst>
                <a:ext uri="{FF2B5EF4-FFF2-40B4-BE49-F238E27FC236}">
                  <a16:creationId xmlns:a16="http://schemas.microsoft.com/office/drawing/2014/main" id="{43A04083-1869-858C-4B89-DB017EEAB315}"/>
                </a:ext>
              </a:extLst>
            </p:cNvPr>
            <p:cNvSpPr/>
            <p:nvPr/>
          </p:nvSpPr>
          <p:spPr>
            <a:xfrm>
              <a:off x="5647038" y="-617838"/>
              <a:ext cx="1661276" cy="16612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グラフィックス 6">
              <a:extLst>
                <a:ext uri="{FF2B5EF4-FFF2-40B4-BE49-F238E27FC236}">
                  <a16:creationId xmlns:a16="http://schemas.microsoft.com/office/drawing/2014/main" id="{A41D1D69-8449-4BB7-D65B-2B548C1FC6E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38244" y="-526632"/>
              <a:ext cx="1478864" cy="1478864"/>
            </a:xfrm>
            <a:prstGeom prst="rect">
              <a:avLst/>
            </a:prstGeom>
          </p:spPr>
        </p:pic>
      </p:grpSp>
    </p:spTree>
    <p:extLst>
      <p:ext uri="{BB962C8B-B14F-4D97-AF65-F5344CB8AC3E}">
        <p14:creationId xmlns:p14="http://schemas.microsoft.com/office/powerpoint/2010/main" val="3468237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1B8B81-438C-923A-23EA-4153128292F1}"/>
              </a:ext>
            </a:extLst>
          </p:cNvPr>
          <p:cNvSpPr>
            <a:spLocks noGrp="1"/>
          </p:cNvSpPr>
          <p:nvPr>
            <p:ph type="title"/>
          </p:nvPr>
        </p:nvSpPr>
        <p:spPr/>
        <p:txBody>
          <a:bodyPr/>
          <a:lstStyle/>
          <a:p>
            <a:r>
              <a:rPr kumimoji="1" lang="en-US" altLang="ja-JP" dirty="0"/>
              <a:t>Welfare-TIME</a:t>
            </a:r>
            <a:r>
              <a:rPr kumimoji="1" lang="ja-JP" altLang="en-US"/>
              <a:t>の利用技術</a:t>
            </a:r>
          </a:p>
        </p:txBody>
      </p:sp>
      <p:sp>
        <p:nvSpPr>
          <p:cNvPr id="7" name="コンテンツ プレースホルダー 6">
            <a:extLst>
              <a:ext uri="{FF2B5EF4-FFF2-40B4-BE49-F238E27FC236}">
                <a16:creationId xmlns:a16="http://schemas.microsoft.com/office/drawing/2014/main" id="{92576259-7F4A-6F53-EA59-F010762901CE}"/>
              </a:ext>
            </a:extLst>
          </p:cNvPr>
          <p:cNvSpPr>
            <a:spLocks noGrp="1"/>
          </p:cNvSpPr>
          <p:nvPr>
            <p:ph idx="1"/>
          </p:nvPr>
        </p:nvSpPr>
        <p:spPr>
          <a:xfrm>
            <a:off x="838200" y="1825625"/>
            <a:ext cx="10948988" cy="4351338"/>
          </a:xfrm>
        </p:spPr>
        <p:txBody>
          <a:bodyPr>
            <a:normAutofit fontScale="55000" lnSpcReduction="20000"/>
          </a:bodyPr>
          <a:lstStyle/>
          <a:p>
            <a:pPr>
              <a:lnSpc>
                <a:spcPct val="120000"/>
              </a:lnSpc>
              <a:tabLst>
                <a:tab pos="3810000" algn="l"/>
              </a:tabLst>
            </a:pPr>
            <a:r>
              <a:rPr lang="en-US" altLang="ja-JP" dirty="0"/>
              <a:t>Hugo	</a:t>
            </a:r>
            <a:r>
              <a:rPr lang="ja-JP" altLang="en-US"/>
              <a:t>サイト生成</a:t>
            </a:r>
            <a:endParaRPr lang="en-US" altLang="ja-JP" dirty="0"/>
          </a:p>
          <a:p>
            <a:pPr>
              <a:lnSpc>
                <a:spcPct val="120000"/>
              </a:lnSpc>
              <a:tabLst>
                <a:tab pos="3810000" algn="l"/>
              </a:tabLst>
            </a:pPr>
            <a:r>
              <a:rPr lang="en-US" altLang="ja-JP" dirty="0"/>
              <a:t>Python	</a:t>
            </a:r>
            <a:r>
              <a:rPr lang="ja-JP" altLang="en-US"/>
              <a:t>スクレイピング、データ収集</a:t>
            </a:r>
            <a:endParaRPr lang="en-US" altLang="ja-JP" dirty="0"/>
          </a:p>
          <a:p>
            <a:pPr>
              <a:lnSpc>
                <a:spcPct val="120000"/>
              </a:lnSpc>
              <a:tabLst>
                <a:tab pos="3810000" algn="l"/>
              </a:tabLst>
            </a:pPr>
            <a:r>
              <a:rPr lang="en-US" altLang="ja-JP" dirty="0"/>
              <a:t>JavaScript	</a:t>
            </a:r>
            <a:r>
              <a:rPr lang="ja-JP" altLang="en-US"/>
              <a:t>表示の制御</a:t>
            </a:r>
            <a:endParaRPr lang="en-US" altLang="ja-JP" dirty="0"/>
          </a:p>
          <a:p>
            <a:pPr>
              <a:lnSpc>
                <a:spcPct val="120000"/>
              </a:lnSpc>
              <a:tabLst>
                <a:tab pos="3810000" algn="l"/>
              </a:tabLst>
            </a:pPr>
            <a:r>
              <a:rPr lang="en-US" altLang="ja-JP" dirty="0"/>
              <a:t>Tailwind CSS	</a:t>
            </a:r>
            <a:r>
              <a:rPr lang="ja-JP" altLang="en-US"/>
              <a:t>表示</a:t>
            </a:r>
            <a:endParaRPr lang="en-US" altLang="ja-JP" dirty="0"/>
          </a:p>
          <a:p>
            <a:pPr>
              <a:lnSpc>
                <a:spcPct val="120000"/>
              </a:lnSpc>
              <a:spcAft>
                <a:spcPts val="1800"/>
              </a:spcAft>
              <a:tabLst>
                <a:tab pos="3810000" algn="l"/>
              </a:tabLst>
            </a:pPr>
            <a:r>
              <a:rPr lang="en-US" altLang="ja-JP" dirty="0"/>
              <a:t>just	</a:t>
            </a:r>
            <a:r>
              <a:rPr lang="ja-JP" altLang="en-US"/>
              <a:t>タスク実行</a:t>
            </a:r>
            <a:endParaRPr lang="en-US" altLang="ja-JP" dirty="0"/>
          </a:p>
          <a:p>
            <a:pPr>
              <a:lnSpc>
                <a:spcPct val="120000"/>
              </a:lnSpc>
              <a:tabLst>
                <a:tab pos="3810000" algn="l"/>
              </a:tabLst>
            </a:pPr>
            <a:r>
              <a:rPr lang="ja-JP" altLang="en-US"/>
              <a:t>ローカル環境で動かすには、</a:t>
            </a:r>
            <a:r>
              <a:rPr lang="en-US" altLang="ja-JP" dirty="0" err="1">
                <a:latin typeface="Consolas" panose="020B0609020204030204" pitchFamily="49" charset="0"/>
                <a:cs typeface="Consolas" panose="020B0609020204030204" pitchFamily="49" charset="0"/>
              </a:rPr>
              <a:t>hugo</a:t>
            </a:r>
            <a:r>
              <a:rPr lang="en-US" altLang="ja-JP" dirty="0"/>
              <a:t>, </a:t>
            </a:r>
            <a:r>
              <a:rPr lang="en-US" altLang="ja-JP" dirty="0">
                <a:latin typeface="Consolas" panose="020B0609020204030204" pitchFamily="49" charset="0"/>
                <a:cs typeface="Consolas" panose="020B0609020204030204" pitchFamily="49" charset="0"/>
              </a:rPr>
              <a:t>python</a:t>
            </a:r>
            <a:r>
              <a:rPr lang="en-US" altLang="ja-JP" dirty="0"/>
              <a:t>, </a:t>
            </a:r>
            <a:r>
              <a:rPr lang="en-US" altLang="ja-JP" dirty="0" err="1">
                <a:latin typeface="Consolas" panose="020B0609020204030204" pitchFamily="49" charset="0"/>
                <a:cs typeface="Consolas" panose="020B0609020204030204" pitchFamily="49" charset="0"/>
              </a:rPr>
              <a:t>npm</a:t>
            </a:r>
            <a:r>
              <a:rPr lang="en-US" altLang="ja-JP" dirty="0"/>
              <a:t>, </a:t>
            </a:r>
            <a:r>
              <a:rPr lang="en-US" altLang="ja-JP" dirty="0">
                <a:latin typeface="Consolas" panose="020B0609020204030204" pitchFamily="49" charset="0"/>
                <a:cs typeface="Consolas" panose="020B0609020204030204" pitchFamily="49" charset="0"/>
              </a:rPr>
              <a:t>just</a:t>
            </a:r>
            <a:r>
              <a:rPr lang="en-US" altLang="ja-JP" dirty="0"/>
              <a:t> </a:t>
            </a:r>
            <a:r>
              <a:rPr lang="ja-JP" altLang="en-US"/>
              <a:t>をインストールすること。</a:t>
            </a:r>
            <a:endParaRPr lang="en-US" altLang="ja-JP" dirty="0"/>
          </a:p>
          <a:p>
            <a:pPr lvl="1">
              <a:lnSpc>
                <a:spcPct val="120000"/>
              </a:lnSpc>
              <a:tabLst>
                <a:tab pos="3810000" algn="l"/>
              </a:tabLst>
            </a:pPr>
            <a:r>
              <a:rPr lang="en-US" altLang="ja-JP" dirty="0"/>
              <a:t>Python</a:t>
            </a:r>
            <a:r>
              <a:rPr lang="ja-JP" altLang="en-US"/>
              <a:t>の利用ライブラリは、</a:t>
            </a:r>
            <a:r>
              <a:rPr lang="en-US" altLang="ja-JP" dirty="0" err="1">
                <a:latin typeface="Consolas" panose="020B0609020204030204" pitchFamily="49" charset="0"/>
                <a:cs typeface="Consolas" panose="020B0609020204030204" pitchFamily="49" charset="0"/>
              </a:rPr>
              <a:t>requirements.txt</a:t>
            </a:r>
            <a:r>
              <a:rPr lang="en-US" altLang="ja-JP" dirty="0">
                <a:latin typeface="Consolas" panose="020B0609020204030204" pitchFamily="49" charset="0"/>
                <a:cs typeface="Consolas" panose="020B0609020204030204" pitchFamily="49" charset="0"/>
              </a:rPr>
              <a:t> </a:t>
            </a:r>
            <a:r>
              <a:rPr lang="ja-JP" altLang="en-US"/>
              <a:t>を参照されたい。</a:t>
            </a:r>
            <a:endParaRPr lang="en-US" altLang="ja-JP" dirty="0"/>
          </a:p>
          <a:p>
            <a:pPr lvl="1">
              <a:lnSpc>
                <a:spcPct val="120000"/>
              </a:lnSpc>
              <a:tabLst>
                <a:tab pos="3810000" algn="l"/>
              </a:tabLst>
            </a:pPr>
            <a:r>
              <a:rPr lang="en-US" altLang="ja-JP" dirty="0"/>
              <a:t>Tailwind CSS</a:t>
            </a:r>
            <a:r>
              <a:rPr lang="ja-JP" altLang="en-US"/>
              <a:t>は</a:t>
            </a:r>
            <a:r>
              <a:rPr lang="en-US" altLang="ja-JP" dirty="0" err="1"/>
              <a:t>npm</a:t>
            </a:r>
            <a:r>
              <a:rPr lang="ja-JP" altLang="en-US"/>
              <a:t>からインストールすること。</a:t>
            </a:r>
            <a:endParaRPr lang="en-US" altLang="ja-JP" dirty="0"/>
          </a:p>
        </p:txBody>
      </p:sp>
      <p:sp>
        <p:nvSpPr>
          <p:cNvPr id="5" name="日付プレースホルダー 4">
            <a:extLst>
              <a:ext uri="{FF2B5EF4-FFF2-40B4-BE49-F238E27FC236}">
                <a16:creationId xmlns:a16="http://schemas.microsoft.com/office/drawing/2014/main" id="{AB0D59A9-C7CB-B495-208F-9A6B284825AA}"/>
              </a:ext>
            </a:extLst>
          </p:cNvPr>
          <p:cNvSpPr>
            <a:spLocks noGrp="1"/>
          </p:cNvSpPr>
          <p:nvPr>
            <p:ph type="dt" sz="half" idx="10"/>
          </p:nvPr>
        </p:nvSpPr>
        <p:spPr/>
        <p:txBody>
          <a:bodyPr/>
          <a:lstStyle/>
          <a:p>
            <a:r>
              <a:rPr kumimoji="1" lang="en-US" altLang="ja-JP"/>
              <a:t>2026/10/29</a:t>
            </a:r>
            <a:endParaRPr kumimoji="1" lang="ja-JP" altLang="en-US"/>
          </a:p>
        </p:txBody>
      </p:sp>
      <p:sp>
        <p:nvSpPr>
          <p:cNvPr id="6" name="スライド番号プレースホルダー 5">
            <a:extLst>
              <a:ext uri="{FF2B5EF4-FFF2-40B4-BE49-F238E27FC236}">
                <a16:creationId xmlns:a16="http://schemas.microsoft.com/office/drawing/2014/main" id="{C43FA0BF-5E6D-EBB1-C4F6-38F83B31D383}"/>
              </a:ext>
            </a:extLst>
          </p:cNvPr>
          <p:cNvSpPr>
            <a:spLocks noGrp="1"/>
          </p:cNvSpPr>
          <p:nvPr>
            <p:ph type="sldNum" sz="quarter" idx="12"/>
          </p:nvPr>
        </p:nvSpPr>
        <p:spPr/>
        <p:txBody>
          <a:bodyPr/>
          <a:lstStyle/>
          <a:p>
            <a:fld id="{74E5C2EA-A201-0F41-BE6C-96A0CC88D6B3}" type="slidenum">
              <a:rPr kumimoji="1" lang="ja-JP" altLang="en-US" smtClean="0"/>
              <a:t>10</a:t>
            </a:fld>
            <a:endParaRPr kumimoji="1" lang="ja-JP" altLang="en-US"/>
          </a:p>
        </p:txBody>
      </p:sp>
    </p:spTree>
    <p:extLst>
      <p:ext uri="{BB962C8B-B14F-4D97-AF65-F5344CB8AC3E}">
        <p14:creationId xmlns:p14="http://schemas.microsoft.com/office/powerpoint/2010/main" val="436627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120C0-5E6B-402D-DAAB-7732C471A47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5F8A66D-2F52-BF8A-9EDB-C7B5785847BA}"/>
              </a:ext>
            </a:extLst>
          </p:cNvPr>
          <p:cNvSpPr>
            <a:spLocks noGrp="1"/>
          </p:cNvSpPr>
          <p:nvPr>
            <p:ph type="title"/>
          </p:nvPr>
        </p:nvSpPr>
        <p:spPr/>
        <p:txBody>
          <a:bodyPr/>
          <a:lstStyle/>
          <a:p>
            <a:r>
              <a:rPr kumimoji="1" lang="ja-JP" altLang="en-US"/>
              <a:t>目次</a:t>
            </a:r>
          </a:p>
        </p:txBody>
      </p:sp>
      <p:sp>
        <p:nvSpPr>
          <p:cNvPr id="7" name="コンテンツ プレースホルダー 6">
            <a:extLst>
              <a:ext uri="{FF2B5EF4-FFF2-40B4-BE49-F238E27FC236}">
                <a16:creationId xmlns:a16="http://schemas.microsoft.com/office/drawing/2014/main" id="{9E98D3BC-20FF-ED9F-6593-9A1F96C15A49}"/>
              </a:ext>
            </a:extLst>
          </p:cNvPr>
          <p:cNvSpPr>
            <a:spLocks noGrp="1"/>
          </p:cNvSpPr>
          <p:nvPr>
            <p:ph sz="half" idx="1"/>
          </p:nvPr>
        </p:nvSpPr>
        <p:spPr>
          <a:xfrm>
            <a:off x="838200" y="1825626"/>
            <a:ext cx="5181600" cy="3181272"/>
          </a:xfrm>
        </p:spPr>
        <p:txBody>
          <a:bodyPr>
            <a:normAutofit fontScale="85000" lnSpcReduction="10000"/>
          </a:bodyPr>
          <a:lstStyle/>
          <a:p>
            <a:pPr marL="742950" indent="-742950">
              <a:lnSpc>
                <a:spcPct val="110000"/>
              </a:lnSpc>
              <a:buFont typeface="+mj-lt"/>
              <a:buAutoNum type="arabicPeriod"/>
            </a:pPr>
            <a:r>
              <a:rPr lang="en" altLang="ja-JP" dirty="0"/>
              <a:t>OSS </a:t>
            </a:r>
            <a:r>
              <a:rPr lang="ja-JP" altLang="en-US"/>
              <a:t>開発とは</a:t>
            </a:r>
          </a:p>
          <a:p>
            <a:pPr marL="742950" indent="-742950">
              <a:lnSpc>
                <a:spcPct val="110000"/>
              </a:lnSpc>
              <a:buFont typeface="+mj-lt"/>
              <a:buAutoNum type="arabicPeriod"/>
            </a:pPr>
            <a:r>
              <a:rPr lang="ja-JP" altLang="en-US"/>
              <a:t>開発の流れ</a:t>
            </a:r>
          </a:p>
          <a:p>
            <a:pPr marL="742950" indent="-742950">
              <a:lnSpc>
                <a:spcPct val="110000"/>
              </a:lnSpc>
              <a:buFont typeface="+mj-lt"/>
              <a:buAutoNum type="arabicPeriod"/>
            </a:pPr>
            <a:r>
              <a:rPr lang="ja-JP" altLang="en-US"/>
              <a:t>プロジェクトの見方</a:t>
            </a:r>
          </a:p>
          <a:p>
            <a:pPr marL="742950" indent="-742950">
              <a:lnSpc>
                <a:spcPct val="110000"/>
              </a:lnSpc>
              <a:buFont typeface="+mj-lt"/>
              <a:buAutoNum type="arabicPeriod"/>
            </a:pPr>
            <a:r>
              <a:rPr lang="en" altLang="ja-JP" dirty="0"/>
              <a:t>Code of Conduct</a:t>
            </a:r>
          </a:p>
        </p:txBody>
      </p:sp>
      <p:sp>
        <p:nvSpPr>
          <p:cNvPr id="4" name="コンテンツ プレースホルダー 3">
            <a:extLst>
              <a:ext uri="{FF2B5EF4-FFF2-40B4-BE49-F238E27FC236}">
                <a16:creationId xmlns:a16="http://schemas.microsoft.com/office/drawing/2014/main" id="{4205A4BA-FD7E-4B57-452E-C96FAB1A17DA}"/>
              </a:ext>
            </a:extLst>
          </p:cNvPr>
          <p:cNvSpPr>
            <a:spLocks noGrp="1"/>
          </p:cNvSpPr>
          <p:nvPr>
            <p:ph sz="half" idx="2"/>
          </p:nvPr>
        </p:nvSpPr>
        <p:spPr>
          <a:xfrm>
            <a:off x="6172199" y="1825625"/>
            <a:ext cx="5268951" cy="3861497"/>
          </a:xfrm>
        </p:spPr>
        <p:txBody>
          <a:bodyPr>
            <a:normAutofit fontScale="85000" lnSpcReduction="10000"/>
          </a:bodyPr>
          <a:lstStyle/>
          <a:p>
            <a:pPr marL="742950" indent="-742950">
              <a:lnSpc>
                <a:spcPct val="110000"/>
              </a:lnSpc>
              <a:buFont typeface="+mj-lt"/>
              <a:buAutoNum type="arabicPeriod" startAt="5"/>
            </a:pPr>
            <a:r>
              <a:rPr lang="en" altLang="ja-JP" dirty="0">
                <a:latin typeface="Meiryo"/>
              </a:rPr>
              <a:t>Issue </a:t>
            </a:r>
            <a:r>
              <a:rPr lang="ja-JP" altLang="en-US">
                <a:latin typeface="Meiryo"/>
              </a:rPr>
              <a:t>の選び方　</a:t>
            </a:r>
            <a:endParaRPr lang="en-US" altLang="ja-JP" dirty="0">
              <a:latin typeface="Meiryo"/>
            </a:endParaRPr>
          </a:p>
          <a:p>
            <a:pPr marL="742950" indent="-742950">
              <a:lnSpc>
                <a:spcPct val="110000"/>
              </a:lnSpc>
              <a:buFont typeface="+mj-lt"/>
              <a:buAutoNum type="arabicPeriod" startAt="5"/>
            </a:pPr>
            <a:r>
              <a:rPr lang="en" altLang="ja-JP" dirty="0">
                <a:latin typeface="Meiryo"/>
              </a:rPr>
              <a:t>commit </a:t>
            </a:r>
            <a:r>
              <a:rPr lang="ja-JP" altLang="en-US">
                <a:latin typeface="Meiryo"/>
              </a:rPr>
              <a:t>と </a:t>
            </a:r>
            <a:r>
              <a:rPr lang="en" altLang="ja-JP" dirty="0">
                <a:latin typeface="Meiryo"/>
              </a:rPr>
              <a:t>PR</a:t>
            </a:r>
            <a:r>
              <a:rPr lang="ja-JP" altLang="en">
                <a:latin typeface="Meiryo"/>
              </a:rPr>
              <a:t>　</a:t>
            </a:r>
            <a:endParaRPr lang="en-US" altLang="ja-JP" dirty="0">
              <a:latin typeface="Meiryo"/>
            </a:endParaRPr>
          </a:p>
          <a:p>
            <a:pPr marL="742950" indent="-742950">
              <a:lnSpc>
                <a:spcPct val="110000"/>
              </a:lnSpc>
              <a:buFont typeface="+mj-lt"/>
              <a:buAutoNum type="arabicPeriod" startAt="5"/>
            </a:pPr>
            <a:r>
              <a:rPr lang="ja-JP" altLang="en-US">
                <a:latin typeface="Meiryo"/>
              </a:rPr>
              <a:t>レビューと </a:t>
            </a:r>
            <a:r>
              <a:rPr lang="en" altLang="ja-JP" dirty="0">
                <a:latin typeface="Meiryo"/>
              </a:rPr>
              <a:t>conflict</a:t>
            </a:r>
          </a:p>
          <a:p>
            <a:pPr marL="742950" indent="-742950">
              <a:lnSpc>
                <a:spcPct val="110000"/>
              </a:lnSpc>
              <a:buFont typeface="+mj-lt"/>
              <a:buAutoNum type="arabicPeriod" startAt="5"/>
            </a:pPr>
            <a:r>
              <a:rPr lang="en" altLang="ja-JP" dirty="0">
                <a:latin typeface="Meiryo"/>
              </a:rPr>
              <a:t>AI </a:t>
            </a:r>
            <a:r>
              <a:rPr lang="ja-JP" altLang="en-US">
                <a:latin typeface="Meiryo"/>
              </a:rPr>
              <a:t>の使い方</a:t>
            </a:r>
          </a:p>
        </p:txBody>
      </p:sp>
      <p:sp>
        <p:nvSpPr>
          <p:cNvPr id="5" name="日付プレースホルダー 4">
            <a:extLst>
              <a:ext uri="{FF2B5EF4-FFF2-40B4-BE49-F238E27FC236}">
                <a16:creationId xmlns:a16="http://schemas.microsoft.com/office/drawing/2014/main" id="{E3153A64-B9AB-E7F7-8F35-040D54B9885E}"/>
              </a:ext>
            </a:extLst>
          </p:cNvPr>
          <p:cNvSpPr>
            <a:spLocks noGrp="1"/>
          </p:cNvSpPr>
          <p:nvPr>
            <p:ph type="dt" sz="half" idx="10"/>
          </p:nvPr>
        </p:nvSpPr>
        <p:spPr/>
        <p:txBody>
          <a:bodyPr/>
          <a:lstStyle/>
          <a:p>
            <a:r>
              <a:rPr kumimoji="1" lang="en-US" altLang="ja-JP"/>
              <a:t>2026/10/29</a:t>
            </a:r>
            <a:endParaRPr kumimoji="1" lang="ja-JP" altLang="en-US"/>
          </a:p>
        </p:txBody>
      </p:sp>
      <p:sp>
        <p:nvSpPr>
          <p:cNvPr id="6" name="スライド番号プレースホルダー 5">
            <a:extLst>
              <a:ext uri="{FF2B5EF4-FFF2-40B4-BE49-F238E27FC236}">
                <a16:creationId xmlns:a16="http://schemas.microsoft.com/office/drawing/2014/main" id="{E51F390C-0559-7AA0-2BE2-E4D0893B4AA2}"/>
              </a:ext>
            </a:extLst>
          </p:cNvPr>
          <p:cNvSpPr>
            <a:spLocks noGrp="1"/>
          </p:cNvSpPr>
          <p:nvPr>
            <p:ph type="sldNum" sz="quarter" idx="12"/>
          </p:nvPr>
        </p:nvSpPr>
        <p:spPr/>
        <p:txBody>
          <a:bodyPr/>
          <a:lstStyle/>
          <a:p>
            <a:fld id="{74E5C2EA-A201-0F41-BE6C-96A0CC88D6B3}" type="slidenum">
              <a:rPr kumimoji="1" lang="ja-JP" altLang="en-US" smtClean="0"/>
              <a:t>11</a:t>
            </a:fld>
            <a:endParaRPr kumimoji="1" lang="ja-JP" altLang="en-US"/>
          </a:p>
        </p:txBody>
      </p:sp>
      <p:sp>
        <p:nvSpPr>
          <p:cNvPr id="3" name="正方形/長方形 2">
            <a:extLst>
              <a:ext uri="{FF2B5EF4-FFF2-40B4-BE49-F238E27FC236}">
                <a16:creationId xmlns:a16="http://schemas.microsoft.com/office/drawing/2014/main" id="{062D0DA9-7124-6328-92C6-209EA7A380D6}"/>
              </a:ext>
            </a:extLst>
          </p:cNvPr>
          <p:cNvSpPr/>
          <p:nvPr/>
        </p:nvSpPr>
        <p:spPr>
          <a:xfrm>
            <a:off x="6096000" y="1598613"/>
            <a:ext cx="5333999" cy="3181272"/>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99AC1390-EB0A-E2FC-D70D-62923E90762D}"/>
              </a:ext>
            </a:extLst>
          </p:cNvPr>
          <p:cNvSpPr/>
          <p:nvPr/>
        </p:nvSpPr>
        <p:spPr>
          <a:xfrm>
            <a:off x="723901" y="3128963"/>
            <a:ext cx="5333999" cy="1650922"/>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Text Placeholder 2">
            <a:extLst>
              <a:ext uri="{FF2B5EF4-FFF2-40B4-BE49-F238E27FC236}">
                <a16:creationId xmlns:a16="http://schemas.microsoft.com/office/drawing/2014/main" id="{78B31537-0DF2-2C3F-74F8-1A5623746F05}"/>
              </a:ext>
            </a:extLst>
          </p:cNvPr>
          <p:cNvSpPr txBox="1">
            <a:spLocks/>
          </p:cNvSpPr>
          <p:nvPr/>
        </p:nvSpPr>
        <p:spPr>
          <a:xfrm>
            <a:off x="831850" y="4779885"/>
            <a:ext cx="10515600" cy="1309765"/>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4400" kern="1200">
                <a:solidFill>
                  <a:schemeClr val="tx1"/>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4000" kern="1200">
                <a:solidFill>
                  <a:schemeClr val="tx1"/>
                </a:solidFill>
                <a:latin typeface="Meiryo" panose="020B0604030504040204" pitchFamily="34" charset="-128"/>
                <a:ea typeface="Meiryo" panose="020B0604030504040204" pitchFamily="34"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3600" kern="1200">
                <a:solidFill>
                  <a:schemeClr val="tx1"/>
                </a:solidFill>
                <a:latin typeface="Meiryo" panose="020B0604030504040204" pitchFamily="34" charset="-128"/>
                <a:ea typeface="Meiryo" panose="020B0604030504040204" pitchFamily="34"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3200" kern="1200">
                <a:solidFill>
                  <a:schemeClr val="tx1"/>
                </a:solidFill>
                <a:latin typeface="Meiryo" panose="020B0604030504040204" pitchFamily="34" charset="-128"/>
                <a:ea typeface="Meiryo" panose="020B0604030504040204" pitchFamily="34"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2800" kern="1200">
                <a:solidFill>
                  <a:schemeClr val="tx1"/>
                </a:solidFill>
                <a:latin typeface="Meiryo" panose="020B0604030504040204" pitchFamily="34" charset="-128"/>
                <a:ea typeface="Meiryo"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 altLang="ja-JP" sz="2400" dirty="0">
                <a:solidFill>
                  <a:schemeClr val="tx1">
                    <a:lumMod val="50000"/>
                    <a:lumOff val="50000"/>
                  </a:schemeClr>
                </a:solidFill>
                <a:latin typeface="Meiryo"/>
              </a:rPr>
              <a:t>Issue </a:t>
            </a:r>
            <a:r>
              <a:rPr lang="ja-JP" altLang="en-US" sz="2400">
                <a:solidFill>
                  <a:schemeClr val="tx1">
                    <a:lumMod val="50000"/>
                    <a:lumOff val="50000"/>
                  </a:schemeClr>
                </a:solidFill>
                <a:latin typeface="Meiryo"/>
              </a:rPr>
              <a:t>を選んでから、マージされるまでの流れを確認します。</a:t>
            </a:r>
          </a:p>
        </p:txBody>
      </p:sp>
      <p:sp>
        <p:nvSpPr>
          <p:cNvPr id="10" name="正方形/長方形 9">
            <a:extLst>
              <a:ext uri="{FF2B5EF4-FFF2-40B4-BE49-F238E27FC236}">
                <a16:creationId xmlns:a16="http://schemas.microsoft.com/office/drawing/2014/main" id="{CD84E249-1A1E-56BD-31D2-4E4F0364C787}"/>
              </a:ext>
            </a:extLst>
          </p:cNvPr>
          <p:cNvSpPr/>
          <p:nvPr/>
        </p:nvSpPr>
        <p:spPr>
          <a:xfrm>
            <a:off x="781050" y="1584364"/>
            <a:ext cx="5333999" cy="873086"/>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934764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正方形/長方形 33">
            <a:extLst>
              <a:ext uri="{FF2B5EF4-FFF2-40B4-BE49-F238E27FC236}">
                <a16:creationId xmlns:a16="http://schemas.microsoft.com/office/drawing/2014/main" id="{2F37DF84-CFCD-B872-1BD7-95C73C7D5A46}"/>
              </a:ext>
            </a:extLst>
          </p:cNvPr>
          <p:cNvSpPr/>
          <p:nvPr/>
        </p:nvSpPr>
        <p:spPr>
          <a:xfrm>
            <a:off x="2433575" y="4571764"/>
            <a:ext cx="223589" cy="36625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正方形/長方形 43">
            <a:extLst>
              <a:ext uri="{FF2B5EF4-FFF2-40B4-BE49-F238E27FC236}">
                <a16:creationId xmlns:a16="http://schemas.microsoft.com/office/drawing/2014/main" id="{0ADDD7EA-5A68-635B-9180-8249360A4070}"/>
              </a:ext>
            </a:extLst>
          </p:cNvPr>
          <p:cNvSpPr/>
          <p:nvPr/>
        </p:nvSpPr>
        <p:spPr>
          <a:xfrm>
            <a:off x="2433575" y="4705956"/>
            <a:ext cx="223589" cy="36625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27950332-6D38-F8F4-3D75-E95563399AB5}"/>
              </a:ext>
            </a:extLst>
          </p:cNvPr>
          <p:cNvSpPr>
            <a:spLocks noGrp="1"/>
          </p:cNvSpPr>
          <p:nvPr>
            <p:ph type="title"/>
          </p:nvPr>
        </p:nvSpPr>
        <p:spPr/>
        <p:txBody>
          <a:bodyPr/>
          <a:lstStyle/>
          <a:p>
            <a:r>
              <a:rPr kumimoji="1" lang="ja-JP" altLang="en-US"/>
              <a:t>開発の流れ</a:t>
            </a:r>
          </a:p>
        </p:txBody>
      </p:sp>
      <p:sp>
        <p:nvSpPr>
          <p:cNvPr id="81" name="コンテンツ プレースホルダー 80">
            <a:extLst>
              <a:ext uri="{FF2B5EF4-FFF2-40B4-BE49-F238E27FC236}">
                <a16:creationId xmlns:a16="http://schemas.microsoft.com/office/drawing/2014/main" id="{DFB12796-C905-ADAF-3770-044A4D47F2EC}"/>
              </a:ext>
            </a:extLst>
          </p:cNvPr>
          <p:cNvSpPr>
            <a:spLocks noGrp="1"/>
          </p:cNvSpPr>
          <p:nvPr>
            <p:ph sz="half" idx="2"/>
          </p:nvPr>
        </p:nvSpPr>
        <p:spPr>
          <a:xfrm>
            <a:off x="6622352" y="1560734"/>
            <a:ext cx="4731448" cy="4932141"/>
          </a:xfrm>
        </p:spPr>
        <p:txBody>
          <a:bodyPr>
            <a:normAutofit fontScale="47500" lnSpcReduction="20000"/>
          </a:bodyPr>
          <a:lstStyle/>
          <a:p>
            <a:pPr>
              <a:lnSpc>
                <a:spcPct val="120000"/>
              </a:lnSpc>
            </a:pPr>
            <a:r>
              <a:rPr lang="ja-JP" altLang="en-US"/>
              <a:t>準備</a:t>
            </a:r>
            <a:endParaRPr lang="en-US" altLang="ja-JP" dirty="0"/>
          </a:p>
          <a:p>
            <a:pPr lvl="1">
              <a:lnSpc>
                <a:spcPct val="120000"/>
              </a:lnSpc>
            </a:pPr>
            <a:r>
              <a:rPr lang="en-US" altLang="ja-JP" dirty="0"/>
              <a:t>1. Issue</a:t>
            </a:r>
            <a:r>
              <a:rPr lang="ja-JP" altLang="en-US"/>
              <a:t>を選ぶ。</a:t>
            </a:r>
            <a:endParaRPr lang="en-US" altLang="ja-JP" dirty="0"/>
          </a:p>
          <a:p>
            <a:pPr lvl="1">
              <a:lnSpc>
                <a:spcPct val="120000"/>
              </a:lnSpc>
            </a:pPr>
            <a:r>
              <a:rPr lang="en-US" altLang="ja-JP" dirty="0"/>
              <a:t>2. Fork</a:t>
            </a:r>
            <a:r>
              <a:rPr lang="ja-JP" altLang="en-US"/>
              <a:t>する。</a:t>
            </a:r>
            <a:endParaRPr lang="en-US" altLang="ja-JP" dirty="0"/>
          </a:p>
          <a:p>
            <a:pPr lvl="1">
              <a:lnSpc>
                <a:spcPct val="120000"/>
              </a:lnSpc>
            </a:pPr>
            <a:r>
              <a:rPr lang="en-US" altLang="ja-JP" dirty="0"/>
              <a:t>3. Clone</a:t>
            </a:r>
            <a:r>
              <a:rPr lang="ja-JP" altLang="en-US"/>
              <a:t>する。</a:t>
            </a:r>
            <a:endParaRPr lang="en-US" altLang="ja-JP" dirty="0"/>
          </a:p>
          <a:p>
            <a:pPr>
              <a:lnSpc>
                <a:spcPct val="120000"/>
              </a:lnSpc>
            </a:pPr>
            <a:r>
              <a:rPr lang="ja-JP" altLang="en-US"/>
              <a:t>手元での作業</a:t>
            </a:r>
            <a:endParaRPr lang="en-US" altLang="ja-JP" dirty="0"/>
          </a:p>
          <a:p>
            <a:pPr lvl="1">
              <a:lnSpc>
                <a:spcPct val="120000"/>
              </a:lnSpc>
            </a:pPr>
            <a:r>
              <a:rPr lang="en-US" altLang="ja-JP" dirty="0"/>
              <a:t>4. </a:t>
            </a:r>
            <a:r>
              <a:rPr lang="ja-JP" altLang="en-US"/>
              <a:t>ブランチを作る</a:t>
            </a:r>
            <a:endParaRPr lang="en-US" altLang="ja-JP" dirty="0"/>
          </a:p>
          <a:p>
            <a:pPr lvl="1">
              <a:lnSpc>
                <a:spcPct val="120000"/>
              </a:lnSpc>
            </a:pPr>
            <a:r>
              <a:rPr lang="en-US" altLang="ja-JP" dirty="0"/>
              <a:t>5. </a:t>
            </a:r>
            <a:r>
              <a:rPr lang="ja-JP" altLang="en-US"/>
              <a:t>修正する。</a:t>
            </a:r>
            <a:endParaRPr lang="en-US" altLang="ja-JP" dirty="0"/>
          </a:p>
          <a:p>
            <a:pPr lvl="1">
              <a:lnSpc>
                <a:spcPct val="120000"/>
              </a:lnSpc>
            </a:pPr>
            <a:r>
              <a:rPr lang="en-US" altLang="ja-JP" dirty="0"/>
              <a:t>6. </a:t>
            </a:r>
            <a:r>
              <a:rPr lang="ja-JP" altLang="en-US"/>
              <a:t>コミットする。</a:t>
            </a:r>
            <a:endParaRPr lang="en-US" altLang="ja-JP" dirty="0"/>
          </a:p>
          <a:p>
            <a:pPr lvl="1">
              <a:lnSpc>
                <a:spcPct val="120000"/>
              </a:lnSpc>
            </a:pPr>
            <a:r>
              <a:rPr lang="en-US" altLang="ja-JP" dirty="0"/>
              <a:t>7. Push</a:t>
            </a:r>
            <a:r>
              <a:rPr lang="ja-JP" altLang="en-US"/>
              <a:t>する。</a:t>
            </a:r>
            <a:endParaRPr lang="en-US" altLang="ja-JP" dirty="0"/>
          </a:p>
          <a:p>
            <a:pPr>
              <a:lnSpc>
                <a:spcPct val="120000"/>
              </a:lnSpc>
            </a:pPr>
            <a:r>
              <a:rPr lang="ja-JP" altLang="en-US"/>
              <a:t>提出</a:t>
            </a:r>
            <a:endParaRPr lang="en-US" altLang="ja-JP" dirty="0"/>
          </a:p>
          <a:p>
            <a:pPr lvl="1">
              <a:lnSpc>
                <a:spcPct val="120000"/>
              </a:lnSpc>
            </a:pPr>
            <a:r>
              <a:rPr lang="en-US" altLang="ja-JP" dirty="0"/>
              <a:t>8. PR</a:t>
            </a:r>
            <a:r>
              <a:rPr lang="ja-JP" altLang="en-US"/>
              <a:t>を作成する。</a:t>
            </a:r>
            <a:endParaRPr lang="en-US" altLang="ja-JP" dirty="0"/>
          </a:p>
          <a:p>
            <a:pPr>
              <a:lnSpc>
                <a:spcPct val="120000"/>
              </a:lnSpc>
            </a:pPr>
            <a:r>
              <a:rPr lang="ja-JP" altLang="en-US"/>
              <a:t>その後、レビューされて、マージされる。</a:t>
            </a:r>
          </a:p>
        </p:txBody>
      </p:sp>
      <p:sp>
        <p:nvSpPr>
          <p:cNvPr id="5" name="日付プレースホルダー 4">
            <a:extLst>
              <a:ext uri="{FF2B5EF4-FFF2-40B4-BE49-F238E27FC236}">
                <a16:creationId xmlns:a16="http://schemas.microsoft.com/office/drawing/2014/main" id="{3454D931-2811-53B5-C4FA-DC8ADB27F474}"/>
              </a:ext>
            </a:extLst>
          </p:cNvPr>
          <p:cNvSpPr>
            <a:spLocks noGrp="1"/>
          </p:cNvSpPr>
          <p:nvPr>
            <p:ph type="dt" sz="half" idx="10"/>
          </p:nvPr>
        </p:nvSpPr>
        <p:spPr/>
        <p:txBody>
          <a:bodyPr/>
          <a:lstStyle/>
          <a:p>
            <a:r>
              <a:rPr kumimoji="1" lang="en-US" altLang="ja-JP"/>
              <a:t>2026/10/29</a:t>
            </a:r>
            <a:endParaRPr kumimoji="1" lang="ja-JP" altLang="en-US"/>
          </a:p>
        </p:txBody>
      </p:sp>
      <p:sp>
        <p:nvSpPr>
          <p:cNvPr id="6" name="スライド番号プレースホルダー 5">
            <a:extLst>
              <a:ext uri="{FF2B5EF4-FFF2-40B4-BE49-F238E27FC236}">
                <a16:creationId xmlns:a16="http://schemas.microsoft.com/office/drawing/2014/main" id="{7C17226A-38B6-FF64-E6BE-DA98BAC1E987}"/>
              </a:ext>
            </a:extLst>
          </p:cNvPr>
          <p:cNvSpPr>
            <a:spLocks noGrp="1"/>
          </p:cNvSpPr>
          <p:nvPr>
            <p:ph type="sldNum" sz="quarter" idx="12"/>
          </p:nvPr>
        </p:nvSpPr>
        <p:spPr/>
        <p:txBody>
          <a:bodyPr/>
          <a:lstStyle/>
          <a:p>
            <a:fld id="{74E5C2EA-A201-0F41-BE6C-96A0CC88D6B3}" type="slidenum">
              <a:rPr kumimoji="1" lang="ja-JP" altLang="en-US" smtClean="0"/>
              <a:t>12</a:t>
            </a:fld>
            <a:endParaRPr kumimoji="1" lang="ja-JP" altLang="en-US"/>
          </a:p>
        </p:txBody>
      </p:sp>
      <p:grpSp>
        <p:nvGrpSpPr>
          <p:cNvPr id="23" name="グループ化 22">
            <a:extLst>
              <a:ext uri="{FF2B5EF4-FFF2-40B4-BE49-F238E27FC236}">
                <a16:creationId xmlns:a16="http://schemas.microsoft.com/office/drawing/2014/main" id="{862FD9DF-B698-1F7D-43A9-A639B211A3B3}"/>
              </a:ext>
            </a:extLst>
          </p:cNvPr>
          <p:cNvGrpSpPr/>
          <p:nvPr/>
        </p:nvGrpSpPr>
        <p:grpSpPr>
          <a:xfrm>
            <a:off x="856200" y="2254893"/>
            <a:ext cx="252000" cy="468679"/>
            <a:chOff x="856200" y="1930677"/>
            <a:chExt cx="252000" cy="468679"/>
          </a:xfrm>
        </p:grpSpPr>
        <p:sp>
          <p:nvSpPr>
            <p:cNvPr id="7" name="円/楕円 6">
              <a:extLst>
                <a:ext uri="{FF2B5EF4-FFF2-40B4-BE49-F238E27FC236}">
                  <a16:creationId xmlns:a16="http://schemas.microsoft.com/office/drawing/2014/main" id="{0E24D112-16FC-F162-19FA-94AE6133DE52}"/>
                </a:ext>
              </a:extLst>
            </p:cNvPr>
            <p:cNvSpPr>
              <a:spLocks noChangeAspect="1"/>
            </p:cNvSpPr>
            <p:nvPr/>
          </p:nvSpPr>
          <p:spPr>
            <a:xfrm>
              <a:off x="856200" y="1930677"/>
              <a:ext cx="252000" cy="2520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直線コネクタ 8">
              <a:extLst>
                <a:ext uri="{FF2B5EF4-FFF2-40B4-BE49-F238E27FC236}">
                  <a16:creationId xmlns:a16="http://schemas.microsoft.com/office/drawing/2014/main" id="{FA27D31B-35BD-D198-238A-71A5D2EABEA2}"/>
                </a:ext>
              </a:extLst>
            </p:cNvPr>
            <p:cNvCxnSpPr>
              <a:cxnSpLocks/>
            </p:cNvCxnSpPr>
            <p:nvPr/>
          </p:nvCxnSpPr>
          <p:spPr>
            <a:xfrm>
              <a:off x="856200" y="2236677"/>
              <a:ext cx="25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4B6A2766-A244-874A-99D2-3974FD9AB957}"/>
                </a:ext>
              </a:extLst>
            </p:cNvPr>
            <p:cNvCxnSpPr>
              <a:cxnSpLocks/>
            </p:cNvCxnSpPr>
            <p:nvPr/>
          </p:nvCxnSpPr>
          <p:spPr>
            <a:xfrm>
              <a:off x="982200" y="2182677"/>
              <a:ext cx="0" cy="10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79736B9-4513-0ADB-55C6-101F6ED4A213}"/>
                </a:ext>
              </a:extLst>
            </p:cNvPr>
            <p:cNvCxnSpPr>
              <a:cxnSpLocks noChangeAspect="1"/>
            </p:cNvCxnSpPr>
            <p:nvPr/>
          </p:nvCxnSpPr>
          <p:spPr>
            <a:xfrm>
              <a:off x="982201" y="2291356"/>
              <a:ext cx="108000" cy="10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F6CB70F0-618B-3EBB-1443-F06413538D57}"/>
                </a:ext>
              </a:extLst>
            </p:cNvPr>
            <p:cNvCxnSpPr>
              <a:cxnSpLocks noChangeAspect="1"/>
            </p:cNvCxnSpPr>
            <p:nvPr/>
          </p:nvCxnSpPr>
          <p:spPr>
            <a:xfrm flipH="1">
              <a:off x="874201" y="2291356"/>
              <a:ext cx="108000" cy="10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9" name="図 18">
            <a:extLst>
              <a:ext uri="{FF2B5EF4-FFF2-40B4-BE49-F238E27FC236}">
                <a16:creationId xmlns:a16="http://schemas.microsoft.com/office/drawing/2014/main" id="{EA360D37-AF2C-64A9-E1BB-EF26E40B76AA}"/>
              </a:ext>
            </a:extLst>
          </p:cNvPr>
          <p:cNvPicPr>
            <a:picLocks noChangeAspect="1"/>
          </p:cNvPicPr>
          <p:nvPr/>
        </p:nvPicPr>
        <p:blipFill>
          <a:blip r:embed="rId2"/>
          <a:stretch>
            <a:fillRect/>
          </a:stretch>
        </p:blipFill>
        <p:spPr>
          <a:xfrm>
            <a:off x="-587995" y="2111919"/>
            <a:ext cx="540000" cy="540000"/>
          </a:xfrm>
          <a:prstGeom prst="rect">
            <a:avLst/>
          </a:prstGeom>
        </p:spPr>
      </p:pic>
      <p:pic>
        <p:nvPicPr>
          <p:cNvPr id="21" name="グラフィックス 20">
            <a:extLst>
              <a:ext uri="{FF2B5EF4-FFF2-40B4-BE49-F238E27FC236}">
                <a16:creationId xmlns:a16="http://schemas.microsoft.com/office/drawing/2014/main" id="{7ED976A9-E61E-F074-D5C2-BEE2AF0670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66144" y="2219232"/>
            <a:ext cx="540000" cy="540000"/>
          </a:xfrm>
          <a:prstGeom prst="rect">
            <a:avLst/>
          </a:prstGeom>
        </p:spPr>
      </p:pic>
      <p:pic>
        <p:nvPicPr>
          <p:cNvPr id="24" name="図 23" descr="File:Visual Studio Code 1.35 icon.svg - Wikimedia Commons">
            <a:extLst>
              <a:ext uri="{FF2B5EF4-FFF2-40B4-BE49-F238E27FC236}">
                <a16:creationId xmlns:a16="http://schemas.microsoft.com/office/drawing/2014/main" id="{EB587628-8B6E-1673-ECD3-AB6D2D2446CD}"/>
              </a:ext>
            </a:extLst>
          </p:cNvPr>
          <p:cNvPicPr>
            <a:picLocks noChangeAspect="1"/>
          </p:cNvPicPr>
          <p:nvPr/>
        </p:nvPicPr>
        <p:blipFill>
          <a:blip r:embed="rId4"/>
          <a:stretch>
            <a:fillRect/>
          </a:stretch>
        </p:blipFill>
        <p:spPr>
          <a:xfrm>
            <a:off x="2317172" y="2219232"/>
            <a:ext cx="540000" cy="540000"/>
          </a:xfrm>
          <a:prstGeom prst="rect">
            <a:avLst/>
          </a:prstGeom>
        </p:spPr>
      </p:pic>
      <p:cxnSp>
        <p:nvCxnSpPr>
          <p:cNvPr id="26" name="直線コネクタ 25">
            <a:extLst>
              <a:ext uri="{FF2B5EF4-FFF2-40B4-BE49-F238E27FC236}">
                <a16:creationId xmlns:a16="http://schemas.microsoft.com/office/drawing/2014/main" id="{D66588F0-AF6C-9B81-8F7F-3C01A783777E}"/>
              </a:ext>
            </a:extLst>
          </p:cNvPr>
          <p:cNvCxnSpPr>
            <a:cxnSpLocks/>
          </p:cNvCxnSpPr>
          <p:nvPr/>
        </p:nvCxnSpPr>
        <p:spPr>
          <a:xfrm>
            <a:off x="982200" y="2767155"/>
            <a:ext cx="0" cy="36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73194BC0-7EBE-8D57-C50C-FF16C37425FF}"/>
              </a:ext>
            </a:extLst>
          </p:cNvPr>
          <p:cNvCxnSpPr>
            <a:cxnSpLocks/>
          </p:cNvCxnSpPr>
          <p:nvPr/>
        </p:nvCxnSpPr>
        <p:spPr>
          <a:xfrm>
            <a:off x="2588597" y="2767155"/>
            <a:ext cx="0" cy="36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534A7164-F04A-2804-9739-4AA32B687925}"/>
              </a:ext>
            </a:extLst>
          </p:cNvPr>
          <p:cNvCxnSpPr>
            <a:cxnSpLocks/>
          </p:cNvCxnSpPr>
          <p:nvPr/>
        </p:nvCxnSpPr>
        <p:spPr>
          <a:xfrm>
            <a:off x="4343400" y="2767155"/>
            <a:ext cx="0" cy="36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DFD31B84-BF23-F685-2C9A-530F67353D06}"/>
              </a:ext>
            </a:extLst>
          </p:cNvPr>
          <p:cNvCxnSpPr>
            <a:cxnSpLocks/>
          </p:cNvCxnSpPr>
          <p:nvPr/>
        </p:nvCxnSpPr>
        <p:spPr>
          <a:xfrm>
            <a:off x="6096000" y="2767155"/>
            <a:ext cx="0" cy="36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正方形/長方形 30">
            <a:extLst>
              <a:ext uri="{FF2B5EF4-FFF2-40B4-BE49-F238E27FC236}">
                <a16:creationId xmlns:a16="http://schemas.microsoft.com/office/drawing/2014/main" id="{8745983D-A4A1-5786-55BF-278041B46210}"/>
              </a:ext>
            </a:extLst>
          </p:cNvPr>
          <p:cNvSpPr/>
          <p:nvPr/>
        </p:nvSpPr>
        <p:spPr>
          <a:xfrm>
            <a:off x="4299833" y="2851928"/>
            <a:ext cx="108000" cy="3600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3" name="直線矢印コネクタ 32">
            <a:extLst>
              <a:ext uri="{FF2B5EF4-FFF2-40B4-BE49-F238E27FC236}">
                <a16:creationId xmlns:a16="http://schemas.microsoft.com/office/drawing/2014/main" id="{D44DFF9C-0713-BB31-6D3F-944F6874E090}"/>
              </a:ext>
            </a:extLst>
          </p:cNvPr>
          <p:cNvCxnSpPr>
            <a:cxnSpLocks/>
          </p:cNvCxnSpPr>
          <p:nvPr/>
        </p:nvCxnSpPr>
        <p:spPr>
          <a:xfrm>
            <a:off x="982200" y="2904474"/>
            <a:ext cx="33192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170C985F-8D27-C097-5AD6-A58E2BC3ADA8}"/>
              </a:ext>
            </a:extLst>
          </p:cNvPr>
          <p:cNvSpPr txBox="1"/>
          <p:nvPr/>
        </p:nvSpPr>
        <p:spPr>
          <a:xfrm>
            <a:off x="982200" y="2932724"/>
            <a:ext cx="1246880" cy="276999"/>
          </a:xfrm>
          <a:prstGeom prst="rect">
            <a:avLst/>
          </a:prstGeom>
          <a:noFill/>
        </p:spPr>
        <p:txBody>
          <a:bodyPr wrap="none" rtlCol="0">
            <a:spAutoFit/>
          </a:bodyPr>
          <a:lstStyle/>
          <a:p>
            <a:r>
              <a:rPr kumimoji="1" lang="en-US" altLang="ja-JP" sz="1200" dirty="0">
                <a:latin typeface="Meiryo" panose="020B0604030504040204" pitchFamily="34" charset="-128"/>
                <a:ea typeface="Meiryo" panose="020B0604030504040204" pitchFamily="34" charset="-128"/>
              </a:rPr>
              <a:t>1. Issue</a:t>
            </a:r>
            <a:r>
              <a:rPr kumimoji="1" lang="ja-JP" altLang="en-US" sz="1200">
                <a:latin typeface="Meiryo" panose="020B0604030504040204" pitchFamily="34" charset="-128"/>
                <a:ea typeface="Meiryo" panose="020B0604030504040204" pitchFamily="34" charset="-128"/>
              </a:rPr>
              <a:t>を選ぶ</a:t>
            </a:r>
          </a:p>
        </p:txBody>
      </p:sp>
      <p:pic>
        <p:nvPicPr>
          <p:cNvPr id="37" name="グラフィックス 36">
            <a:extLst>
              <a:ext uri="{FF2B5EF4-FFF2-40B4-BE49-F238E27FC236}">
                <a16:creationId xmlns:a16="http://schemas.microsoft.com/office/drawing/2014/main" id="{14DAFE05-23DA-0B94-0462-33005D4CA8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15116" y="2219232"/>
            <a:ext cx="540000" cy="540000"/>
          </a:xfrm>
          <a:prstGeom prst="rect">
            <a:avLst/>
          </a:prstGeom>
        </p:spPr>
      </p:pic>
      <p:sp>
        <p:nvSpPr>
          <p:cNvPr id="38" name="正方形/長方形 37">
            <a:extLst>
              <a:ext uri="{FF2B5EF4-FFF2-40B4-BE49-F238E27FC236}">
                <a16:creationId xmlns:a16="http://schemas.microsoft.com/office/drawing/2014/main" id="{41D52BA7-2254-D532-DB52-0F77F93F7002}"/>
              </a:ext>
            </a:extLst>
          </p:cNvPr>
          <p:cNvSpPr/>
          <p:nvPr/>
        </p:nvSpPr>
        <p:spPr>
          <a:xfrm>
            <a:off x="4299833" y="3321555"/>
            <a:ext cx="108000" cy="3600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9" name="直線矢印コネクタ 38">
            <a:extLst>
              <a:ext uri="{FF2B5EF4-FFF2-40B4-BE49-F238E27FC236}">
                <a16:creationId xmlns:a16="http://schemas.microsoft.com/office/drawing/2014/main" id="{65821463-9CBA-166A-994F-461970FD8B17}"/>
              </a:ext>
            </a:extLst>
          </p:cNvPr>
          <p:cNvCxnSpPr>
            <a:cxnSpLocks/>
            <a:endCxn id="38" idx="1"/>
          </p:cNvCxnSpPr>
          <p:nvPr/>
        </p:nvCxnSpPr>
        <p:spPr>
          <a:xfrm>
            <a:off x="982200" y="3357171"/>
            <a:ext cx="331763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4E15019B-9CEF-019D-E3AA-0871DC97FD99}"/>
              </a:ext>
            </a:extLst>
          </p:cNvPr>
          <p:cNvSpPr txBox="1"/>
          <p:nvPr/>
        </p:nvSpPr>
        <p:spPr>
          <a:xfrm>
            <a:off x="982200" y="3375362"/>
            <a:ext cx="1021690" cy="276999"/>
          </a:xfrm>
          <a:prstGeom prst="rect">
            <a:avLst/>
          </a:prstGeom>
          <a:noFill/>
          <a:ln>
            <a:noFill/>
          </a:ln>
        </p:spPr>
        <p:txBody>
          <a:bodyPr wrap="none" rtlCol="0">
            <a:spAutoFit/>
          </a:bodyPr>
          <a:lstStyle/>
          <a:p>
            <a:r>
              <a:rPr kumimoji="1" lang="en-US" altLang="ja-JP" sz="1200" dirty="0">
                <a:latin typeface="Meiryo" panose="020B0604030504040204" pitchFamily="34" charset="-128"/>
                <a:ea typeface="Meiryo" panose="020B0604030504040204" pitchFamily="34" charset="-128"/>
              </a:rPr>
              <a:t>2. Fork</a:t>
            </a:r>
            <a:r>
              <a:rPr kumimoji="1" lang="ja-JP" altLang="en-US" sz="1200">
                <a:latin typeface="Meiryo" panose="020B0604030504040204" pitchFamily="34" charset="-128"/>
                <a:ea typeface="Meiryo" panose="020B0604030504040204" pitchFamily="34" charset="-128"/>
              </a:rPr>
              <a:t>する</a:t>
            </a:r>
          </a:p>
        </p:txBody>
      </p:sp>
      <p:sp>
        <p:nvSpPr>
          <p:cNvPr id="42" name="正方形/長方形 41">
            <a:extLst>
              <a:ext uri="{FF2B5EF4-FFF2-40B4-BE49-F238E27FC236}">
                <a16:creationId xmlns:a16="http://schemas.microsoft.com/office/drawing/2014/main" id="{E98524CB-FADB-60BC-B8EF-273685405889}"/>
              </a:ext>
            </a:extLst>
          </p:cNvPr>
          <p:cNvSpPr/>
          <p:nvPr/>
        </p:nvSpPr>
        <p:spPr>
          <a:xfrm>
            <a:off x="6037645" y="3357555"/>
            <a:ext cx="108000" cy="2880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3" name="直線矢印コネクタ 42">
            <a:extLst>
              <a:ext uri="{FF2B5EF4-FFF2-40B4-BE49-F238E27FC236}">
                <a16:creationId xmlns:a16="http://schemas.microsoft.com/office/drawing/2014/main" id="{4859274F-4994-E18C-6615-7205419776B0}"/>
              </a:ext>
            </a:extLst>
          </p:cNvPr>
          <p:cNvCxnSpPr>
            <a:cxnSpLocks/>
          </p:cNvCxnSpPr>
          <p:nvPr/>
        </p:nvCxnSpPr>
        <p:spPr>
          <a:xfrm>
            <a:off x="4407833" y="3396666"/>
            <a:ext cx="1620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テキスト ボックス 44">
            <a:extLst>
              <a:ext uri="{FF2B5EF4-FFF2-40B4-BE49-F238E27FC236}">
                <a16:creationId xmlns:a16="http://schemas.microsoft.com/office/drawing/2014/main" id="{A8CD9450-4439-2F68-5861-F064F517B002}"/>
              </a:ext>
            </a:extLst>
          </p:cNvPr>
          <p:cNvSpPr txBox="1"/>
          <p:nvPr/>
        </p:nvSpPr>
        <p:spPr>
          <a:xfrm>
            <a:off x="3752197" y="1786945"/>
            <a:ext cx="1204176" cy="461665"/>
          </a:xfrm>
          <a:prstGeom prst="rect">
            <a:avLst/>
          </a:prstGeom>
          <a:noFill/>
        </p:spPr>
        <p:txBody>
          <a:bodyPr wrap="none" rtlCol="0">
            <a:spAutoFit/>
          </a:bodyPr>
          <a:lstStyle/>
          <a:p>
            <a:pPr algn="l"/>
            <a:r>
              <a:rPr kumimoji="1" lang="en-US" altLang="ja-JP" sz="1200" dirty="0" err="1">
                <a:latin typeface="Consolas" panose="020B0609020204030204" pitchFamily="49" charset="0"/>
                <a:ea typeface="Meiryo" panose="020B0604030504040204" pitchFamily="34" charset="-128"/>
                <a:cs typeface="Consolas" panose="020B0609020204030204" pitchFamily="49" charset="0"/>
              </a:rPr>
              <a:t>tamadalab</a:t>
            </a:r>
            <a:r>
              <a:rPr kumimoji="1" lang="en-US" altLang="ja-JP" sz="1200" dirty="0">
                <a:latin typeface="Consolas" panose="020B0609020204030204" pitchFamily="49" charset="0"/>
                <a:ea typeface="Meiryo" panose="020B0604030504040204" pitchFamily="34" charset="-128"/>
                <a:cs typeface="Consolas" panose="020B0609020204030204" pitchFamily="49" charset="0"/>
              </a:rPr>
              <a:t>/</a:t>
            </a:r>
          </a:p>
          <a:p>
            <a:pPr algn="l"/>
            <a:r>
              <a:rPr kumimoji="1" lang="en-US" altLang="ja-JP" sz="1200" dirty="0">
                <a:latin typeface="Consolas" panose="020B0609020204030204" pitchFamily="49" charset="0"/>
                <a:ea typeface="Meiryo" panose="020B0604030504040204" pitchFamily="34" charset="-128"/>
                <a:cs typeface="Consolas" panose="020B0609020204030204" pitchFamily="49" charset="0"/>
              </a:rPr>
              <a:t>welfare-time</a:t>
            </a:r>
            <a:endParaRPr kumimoji="1" lang="ja-JP" altLang="en-US" sz="1200">
              <a:latin typeface="Consolas" panose="020B0609020204030204" pitchFamily="49" charset="0"/>
              <a:ea typeface="Meiryo" panose="020B0604030504040204" pitchFamily="34" charset="-128"/>
              <a:cs typeface="Consolas" panose="020B0609020204030204" pitchFamily="49" charset="0"/>
            </a:endParaRPr>
          </a:p>
        </p:txBody>
      </p:sp>
      <p:sp>
        <p:nvSpPr>
          <p:cNvPr id="46" name="テキスト ボックス 45">
            <a:extLst>
              <a:ext uri="{FF2B5EF4-FFF2-40B4-BE49-F238E27FC236}">
                <a16:creationId xmlns:a16="http://schemas.microsoft.com/office/drawing/2014/main" id="{A0568DAF-105C-CF2A-1958-3A3D3B6653D4}"/>
              </a:ext>
            </a:extLst>
          </p:cNvPr>
          <p:cNvSpPr txBox="1"/>
          <p:nvPr/>
        </p:nvSpPr>
        <p:spPr>
          <a:xfrm>
            <a:off x="5442913" y="1786945"/>
            <a:ext cx="1204176" cy="461665"/>
          </a:xfrm>
          <a:prstGeom prst="rect">
            <a:avLst/>
          </a:prstGeom>
          <a:noFill/>
        </p:spPr>
        <p:txBody>
          <a:bodyPr wrap="none" rtlCol="0">
            <a:spAutoFit/>
          </a:bodyPr>
          <a:lstStyle/>
          <a:p>
            <a:pPr algn="l"/>
            <a:r>
              <a:rPr kumimoji="1" lang="en-US" altLang="ja-JP" sz="1200" i="1" dirty="0">
                <a:latin typeface="Times New Roman" panose="02020603050405020304" pitchFamily="18" charset="0"/>
                <a:ea typeface="Meiryo" panose="020B0604030504040204" pitchFamily="34" charset="-128"/>
                <a:cs typeface="Times New Roman" panose="02020603050405020304" pitchFamily="18" charset="0"/>
              </a:rPr>
              <a:t>your</a:t>
            </a:r>
            <a:r>
              <a:rPr kumimoji="1" lang="en-US" altLang="ja-JP" sz="1200" dirty="0">
                <a:latin typeface="Consolas" panose="020B0609020204030204" pitchFamily="49" charset="0"/>
                <a:ea typeface="Meiryo" panose="020B0604030504040204" pitchFamily="34" charset="-128"/>
                <a:cs typeface="Consolas" panose="020B0609020204030204" pitchFamily="49" charset="0"/>
              </a:rPr>
              <a:t>/</a:t>
            </a:r>
          </a:p>
          <a:p>
            <a:pPr algn="l"/>
            <a:r>
              <a:rPr kumimoji="1" lang="en-US" altLang="ja-JP" sz="1200" dirty="0">
                <a:latin typeface="Consolas" panose="020B0609020204030204" pitchFamily="49" charset="0"/>
                <a:ea typeface="Meiryo" panose="020B0604030504040204" pitchFamily="34" charset="-128"/>
                <a:cs typeface="Consolas" panose="020B0609020204030204" pitchFamily="49" charset="0"/>
              </a:rPr>
              <a:t>welfare-time</a:t>
            </a:r>
            <a:endParaRPr kumimoji="1" lang="ja-JP" altLang="en-US" sz="1200">
              <a:latin typeface="Consolas" panose="020B0609020204030204" pitchFamily="49" charset="0"/>
              <a:ea typeface="Meiryo" panose="020B0604030504040204" pitchFamily="34" charset="-128"/>
              <a:cs typeface="Consolas" panose="020B0609020204030204" pitchFamily="49" charset="0"/>
            </a:endParaRPr>
          </a:p>
        </p:txBody>
      </p:sp>
      <p:sp>
        <p:nvSpPr>
          <p:cNvPr id="47" name="テキスト ボックス 46">
            <a:extLst>
              <a:ext uri="{FF2B5EF4-FFF2-40B4-BE49-F238E27FC236}">
                <a16:creationId xmlns:a16="http://schemas.microsoft.com/office/drawing/2014/main" id="{9EBE4803-2954-613F-DED9-ADB4C2805DD7}"/>
              </a:ext>
            </a:extLst>
          </p:cNvPr>
          <p:cNvSpPr txBox="1"/>
          <p:nvPr/>
        </p:nvSpPr>
        <p:spPr>
          <a:xfrm>
            <a:off x="4596855" y="3183055"/>
            <a:ext cx="1185196" cy="276999"/>
          </a:xfrm>
          <a:prstGeom prst="rect">
            <a:avLst/>
          </a:prstGeom>
          <a:noFill/>
          <a:ln>
            <a:noFill/>
          </a:ln>
        </p:spPr>
        <p:txBody>
          <a:bodyPr wrap="none" rtlCol="0">
            <a:spAutoFit/>
          </a:bodyPr>
          <a:lstStyle/>
          <a:p>
            <a:r>
              <a:rPr kumimoji="1" lang="en-US" altLang="ja-JP" sz="1200" dirty="0">
                <a:latin typeface="Meiryo" panose="020B0604030504040204" pitchFamily="34" charset="-128"/>
                <a:ea typeface="Meiryo" panose="020B0604030504040204" pitchFamily="34" charset="-128"/>
              </a:rPr>
              <a:t>2-1. Fork</a:t>
            </a:r>
            <a:r>
              <a:rPr kumimoji="1" lang="ja-JP" altLang="en-US" sz="1200">
                <a:latin typeface="Meiryo" panose="020B0604030504040204" pitchFamily="34" charset="-128"/>
                <a:ea typeface="Meiryo" panose="020B0604030504040204" pitchFamily="34" charset="-128"/>
              </a:rPr>
              <a:t>する</a:t>
            </a:r>
          </a:p>
        </p:txBody>
      </p:sp>
      <p:sp>
        <p:nvSpPr>
          <p:cNvPr id="48" name="正方形/長方形 47">
            <a:extLst>
              <a:ext uri="{FF2B5EF4-FFF2-40B4-BE49-F238E27FC236}">
                <a16:creationId xmlns:a16="http://schemas.microsoft.com/office/drawing/2014/main" id="{86D79A9B-6560-F29C-96AD-ACC17C3A4D38}"/>
              </a:ext>
            </a:extLst>
          </p:cNvPr>
          <p:cNvSpPr/>
          <p:nvPr/>
        </p:nvSpPr>
        <p:spPr>
          <a:xfrm>
            <a:off x="2534597" y="3732645"/>
            <a:ext cx="108000" cy="3600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9" name="直線矢印コネクタ 48">
            <a:extLst>
              <a:ext uri="{FF2B5EF4-FFF2-40B4-BE49-F238E27FC236}">
                <a16:creationId xmlns:a16="http://schemas.microsoft.com/office/drawing/2014/main" id="{DE07E8EB-EB4C-FA59-CB72-F19EE2046243}"/>
              </a:ext>
            </a:extLst>
          </p:cNvPr>
          <p:cNvCxnSpPr>
            <a:cxnSpLocks/>
          </p:cNvCxnSpPr>
          <p:nvPr/>
        </p:nvCxnSpPr>
        <p:spPr>
          <a:xfrm>
            <a:off x="988872" y="3769309"/>
            <a:ext cx="1548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3A2A2434-D6A5-BDFF-7DC5-8573D1F97139}"/>
              </a:ext>
            </a:extLst>
          </p:cNvPr>
          <p:cNvSpPr txBox="1"/>
          <p:nvPr/>
        </p:nvSpPr>
        <p:spPr>
          <a:xfrm>
            <a:off x="982200" y="3818000"/>
            <a:ext cx="1112804" cy="276999"/>
          </a:xfrm>
          <a:prstGeom prst="rect">
            <a:avLst/>
          </a:prstGeom>
          <a:noFill/>
          <a:ln>
            <a:noFill/>
          </a:ln>
        </p:spPr>
        <p:txBody>
          <a:bodyPr wrap="none" rtlCol="0">
            <a:spAutoFit/>
          </a:bodyPr>
          <a:lstStyle/>
          <a:p>
            <a:r>
              <a:rPr kumimoji="1" lang="en-US" altLang="ja-JP" sz="1200" dirty="0">
                <a:latin typeface="Meiryo" panose="020B0604030504040204" pitchFamily="34" charset="-128"/>
                <a:ea typeface="Meiryo" panose="020B0604030504040204" pitchFamily="34" charset="-128"/>
              </a:rPr>
              <a:t>3. Clone</a:t>
            </a:r>
            <a:r>
              <a:rPr kumimoji="1" lang="ja-JP" altLang="en-US" sz="1200">
                <a:latin typeface="Meiryo" panose="020B0604030504040204" pitchFamily="34" charset="-128"/>
                <a:ea typeface="Meiryo" panose="020B0604030504040204" pitchFamily="34" charset="-128"/>
              </a:rPr>
              <a:t>する</a:t>
            </a:r>
          </a:p>
        </p:txBody>
      </p:sp>
      <p:sp>
        <p:nvSpPr>
          <p:cNvPr id="51" name="正方形/長方形 50">
            <a:extLst>
              <a:ext uri="{FF2B5EF4-FFF2-40B4-BE49-F238E27FC236}">
                <a16:creationId xmlns:a16="http://schemas.microsoft.com/office/drawing/2014/main" id="{F8BAA89F-4968-CB23-E5E9-E1299A75B3AE}"/>
              </a:ext>
            </a:extLst>
          </p:cNvPr>
          <p:cNvSpPr/>
          <p:nvPr/>
        </p:nvSpPr>
        <p:spPr>
          <a:xfrm>
            <a:off x="6045001" y="3768645"/>
            <a:ext cx="108000" cy="2880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テキスト ボックス 53">
            <a:extLst>
              <a:ext uri="{FF2B5EF4-FFF2-40B4-BE49-F238E27FC236}">
                <a16:creationId xmlns:a16="http://schemas.microsoft.com/office/drawing/2014/main" id="{C0176FFD-8CDB-49A0-513D-AC319B25BF2C}"/>
              </a:ext>
            </a:extLst>
          </p:cNvPr>
          <p:cNvSpPr txBox="1"/>
          <p:nvPr/>
        </p:nvSpPr>
        <p:spPr>
          <a:xfrm>
            <a:off x="2113746" y="1786945"/>
            <a:ext cx="954107" cy="461665"/>
          </a:xfrm>
          <a:prstGeom prst="rect">
            <a:avLst/>
          </a:prstGeom>
          <a:noFill/>
        </p:spPr>
        <p:txBody>
          <a:bodyPr wrap="none" rtlCol="0">
            <a:spAutoFit/>
          </a:bodyPr>
          <a:lstStyle/>
          <a:p>
            <a:pPr algn="ctr"/>
            <a:r>
              <a:rPr kumimoji="1" lang="ja-JP" altLang="en-US" sz="1200">
                <a:latin typeface="Consolas" panose="020B0609020204030204" pitchFamily="49" charset="0"/>
                <a:ea typeface="Meiryo" panose="020B0604030504040204" pitchFamily="34" charset="-128"/>
                <a:cs typeface="Consolas" panose="020B0609020204030204" pitchFamily="49" charset="0"/>
              </a:rPr>
              <a:t>ローカル</a:t>
            </a:r>
            <a:endParaRPr kumimoji="1" lang="en-US" altLang="ja-JP" sz="1200" dirty="0">
              <a:latin typeface="Consolas" panose="020B0609020204030204" pitchFamily="49" charset="0"/>
              <a:ea typeface="Meiryo" panose="020B0604030504040204" pitchFamily="34" charset="-128"/>
              <a:cs typeface="Consolas" panose="020B0609020204030204" pitchFamily="49" charset="0"/>
            </a:endParaRPr>
          </a:p>
          <a:p>
            <a:pPr algn="ctr"/>
            <a:r>
              <a:rPr kumimoji="1" lang="ja-JP" altLang="en-US" sz="1200">
                <a:latin typeface="Consolas" panose="020B0609020204030204" pitchFamily="49" charset="0"/>
                <a:ea typeface="Meiryo" panose="020B0604030504040204" pitchFamily="34" charset="-128"/>
                <a:cs typeface="Consolas" panose="020B0609020204030204" pitchFamily="49" charset="0"/>
              </a:rPr>
              <a:t>リポジトリ</a:t>
            </a:r>
          </a:p>
        </p:txBody>
      </p:sp>
      <p:sp>
        <p:nvSpPr>
          <p:cNvPr id="56" name="テキスト ボックス 55">
            <a:extLst>
              <a:ext uri="{FF2B5EF4-FFF2-40B4-BE49-F238E27FC236}">
                <a16:creationId xmlns:a16="http://schemas.microsoft.com/office/drawing/2014/main" id="{61275341-7046-F904-1F55-4065CC794565}"/>
              </a:ext>
            </a:extLst>
          </p:cNvPr>
          <p:cNvSpPr txBox="1"/>
          <p:nvPr/>
        </p:nvSpPr>
        <p:spPr>
          <a:xfrm>
            <a:off x="982200" y="4260638"/>
            <a:ext cx="1465465" cy="276999"/>
          </a:xfrm>
          <a:prstGeom prst="rect">
            <a:avLst/>
          </a:prstGeom>
          <a:noFill/>
          <a:ln>
            <a:noFill/>
          </a:ln>
        </p:spPr>
        <p:txBody>
          <a:bodyPr wrap="none" rtlCol="0">
            <a:spAutoFit/>
          </a:bodyPr>
          <a:lstStyle/>
          <a:p>
            <a:r>
              <a:rPr kumimoji="1" lang="en-US" altLang="ja-JP" sz="1200" dirty="0">
                <a:latin typeface="Meiryo" panose="020B0604030504040204" pitchFamily="34" charset="-128"/>
                <a:ea typeface="Meiryo" panose="020B0604030504040204" pitchFamily="34" charset="-128"/>
              </a:rPr>
              <a:t>4. </a:t>
            </a:r>
            <a:r>
              <a:rPr kumimoji="1" lang="ja-JP" altLang="en-US" sz="1200">
                <a:latin typeface="Meiryo" panose="020B0604030504040204" pitchFamily="34" charset="-128"/>
                <a:ea typeface="Meiryo" panose="020B0604030504040204" pitchFamily="34" charset="-128"/>
              </a:rPr>
              <a:t>ブランチを作る</a:t>
            </a:r>
          </a:p>
        </p:txBody>
      </p:sp>
      <p:sp>
        <p:nvSpPr>
          <p:cNvPr id="3" name="テキスト ボックス 2">
            <a:extLst>
              <a:ext uri="{FF2B5EF4-FFF2-40B4-BE49-F238E27FC236}">
                <a16:creationId xmlns:a16="http://schemas.microsoft.com/office/drawing/2014/main" id="{0FFA8018-E40F-4309-D304-ECEB726E9644}"/>
              </a:ext>
            </a:extLst>
          </p:cNvPr>
          <p:cNvSpPr txBox="1"/>
          <p:nvPr/>
        </p:nvSpPr>
        <p:spPr>
          <a:xfrm>
            <a:off x="982200" y="4703276"/>
            <a:ext cx="1003801" cy="276999"/>
          </a:xfrm>
          <a:prstGeom prst="rect">
            <a:avLst/>
          </a:prstGeom>
          <a:noFill/>
          <a:ln>
            <a:noFill/>
          </a:ln>
        </p:spPr>
        <p:txBody>
          <a:bodyPr wrap="none" rtlCol="0">
            <a:spAutoFit/>
          </a:bodyPr>
          <a:lstStyle/>
          <a:p>
            <a:r>
              <a:rPr kumimoji="1" lang="en-US" altLang="ja-JP" sz="1200" dirty="0">
                <a:latin typeface="Meiryo" panose="020B0604030504040204" pitchFamily="34" charset="-128"/>
                <a:ea typeface="Meiryo" panose="020B0604030504040204" pitchFamily="34" charset="-128"/>
              </a:rPr>
              <a:t>5. </a:t>
            </a:r>
            <a:r>
              <a:rPr kumimoji="1" lang="ja-JP" altLang="en-US" sz="1200">
                <a:latin typeface="Meiryo" panose="020B0604030504040204" pitchFamily="34" charset="-128"/>
                <a:ea typeface="Meiryo" panose="020B0604030504040204" pitchFamily="34" charset="-128"/>
              </a:rPr>
              <a:t>修正する</a:t>
            </a:r>
          </a:p>
        </p:txBody>
      </p:sp>
      <p:sp>
        <p:nvSpPr>
          <p:cNvPr id="4" name="テキスト ボックス 3">
            <a:extLst>
              <a:ext uri="{FF2B5EF4-FFF2-40B4-BE49-F238E27FC236}">
                <a16:creationId xmlns:a16="http://schemas.microsoft.com/office/drawing/2014/main" id="{DDBE4B16-F9E1-4E90-2983-63F122F414E9}"/>
              </a:ext>
            </a:extLst>
          </p:cNvPr>
          <p:cNvSpPr txBox="1"/>
          <p:nvPr/>
        </p:nvSpPr>
        <p:spPr>
          <a:xfrm>
            <a:off x="982200" y="5145914"/>
            <a:ext cx="1311578" cy="276999"/>
          </a:xfrm>
          <a:prstGeom prst="rect">
            <a:avLst/>
          </a:prstGeom>
          <a:noFill/>
          <a:ln>
            <a:noFill/>
          </a:ln>
        </p:spPr>
        <p:txBody>
          <a:bodyPr wrap="none" rtlCol="0">
            <a:spAutoFit/>
          </a:bodyPr>
          <a:lstStyle/>
          <a:p>
            <a:r>
              <a:rPr kumimoji="1" lang="en-US" altLang="ja-JP" sz="1200" dirty="0">
                <a:latin typeface="Meiryo" panose="020B0604030504040204" pitchFamily="34" charset="-128"/>
                <a:ea typeface="Meiryo" panose="020B0604030504040204" pitchFamily="34" charset="-128"/>
              </a:rPr>
              <a:t>6. </a:t>
            </a:r>
            <a:r>
              <a:rPr kumimoji="1" lang="ja-JP" altLang="en-US" sz="1200">
                <a:latin typeface="Meiryo" panose="020B0604030504040204" pitchFamily="34" charset="-128"/>
                <a:ea typeface="Meiryo" panose="020B0604030504040204" pitchFamily="34" charset="-128"/>
              </a:rPr>
              <a:t>コミットする</a:t>
            </a:r>
          </a:p>
        </p:txBody>
      </p:sp>
      <p:sp>
        <p:nvSpPr>
          <p:cNvPr id="8" name="テキスト ボックス 7">
            <a:extLst>
              <a:ext uri="{FF2B5EF4-FFF2-40B4-BE49-F238E27FC236}">
                <a16:creationId xmlns:a16="http://schemas.microsoft.com/office/drawing/2014/main" id="{81C7FDC0-CC6D-94F2-FBA2-0A324FE85393}"/>
              </a:ext>
            </a:extLst>
          </p:cNvPr>
          <p:cNvSpPr txBox="1"/>
          <p:nvPr/>
        </p:nvSpPr>
        <p:spPr>
          <a:xfrm>
            <a:off x="982200" y="5588552"/>
            <a:ext cx="1053494" cy="276999"/>
          </a:xfrm>
          <a:prstGeom prst="rect">
            <a:avLst/>
          </a:prstGeom>
          <a:noFill/>
          <a:ln>
            <a:noFill/>
          </a:ln>
        </p:spPr>
        <p:txBody>
          <a:bodyPr wrap="none" rtlCol="0">
            <a:spAutoFit/>
          </a:bodyPr>
          <a:lstStyle/>
          <a:p>
            <a:r>
              <a:rPr kumimoji="1" lang="en-US" altLang="ja-JP" sz="1200" dirty="0">
                <a:latin typeface="Meiryo" panose="020B0604030504040204" pitchFamily="34" charset="-128"/>
                <a:ea typeface="Meiryo" panose="020B0604030504040204" pitchFamily="34" charset="-128"/>
              </a:rPr>
              <a:t>7. Push</a:t>
            </a:r>
            <a:r>
              <a:rPr kumimoji="1" lang="ja-JP" altLang="en-US" sz="1200">
                <a:latin typeface="Meiryo" panose="020B0604030504040204" pitchFamily="34" charset="-128"/>
                <a:ea typeface="Meiryo" panose="020B0604030504040204" pitchFamily="34" charset="-128"/>
              </a:rPr>
              <a:t>する</a:t>
            </a:r>
          </a:p>
        </p:txBody>
      </p:sp>
      <p:sp>
        <p:nvSpPr>
          <p:cNvPr id="11" name="テキスト ボックス 10">
            <a:extLst>
              <a:ext uri="{FF2B5EF4-FFF2-40B4-BE49-F238E27FC236}">
                <a16:creationId xmlns:a16="http://schemas.microsoft.com/office/drawing/2014/main" id="{818B01DE-A683-39CA-CAEA-444D16F3425E}"/>
              </a:ext>
            </a:extLst>
          </p:cNvPr>
          <p:cNvSpPr txBox="1"/>
          <p:nvPr/>
        </p:nvSpPr>
        <p:spPr>
          <a:xfrm>
            <a:off x="982200" y="6031192"/>
            <a:ext cx="1354858" cy="276999"/>
          </a:xfrm>
          <a:prstGeom prst="rect">
            <a:avLst/>
          </a:prstGeom>
          <a:noFill/>
          <a:ln>
            <a:noFill/>
          </a:ln>
        </p:spPr>
        <p:txBody>
          <a:bodyPr wrap="none" rtlCol="0">
            <a:spAutoFit/>
          </a:bodyPr>
          <a:lstStyle/>
          <a:p>
            <a:r>
              <a:rPr kumimoji="1" lang="en-US" altLang="ja-JP" sz="1200" dirty="0">
                <a:latin typeface="Meiryo" panose="020B0604030504040204" pitchFamily="34" charset="-128"/>
                <a:ea typeface="Meiryo" panose="020B0604030504040204" pitchFamily="34" charset="-128"/>
              </a:rPr>
              <a:t>8. PR</a:t>
            </a:r>
            <a:r>
              <a:rPr kumimoji="1" lang="ja-JP" altLang="en-US" sz="1200">
                <a:latin typeface="Meiryo" panose="020B0604030504040204" pitchFamily="34" charset="-128"/>
                <a:ea typeface="Meiryo" panose="020B0604030504040204" pitchFamily="34" charset="-128"/>
              </a:rPr>
              <a:t>を作成する</a:t>
            </a:r>
          </a:p>
        </p:txBody>
      </p:sp>
      <p:cxnSp>
        <p:nvCxnSpPr>
          <p:cNvPr id="15" name="直線矢印コネクタ 14">
            <a:extLst>
              <a:ext uri="{FF2B5EF4-FFF2-40B4-BE49-F238E27FC236}">
                <a16:creationId xmlns:a16="http://schemas.microsoft.com/office/drawing/2014/main" id="{61124E54-81CF-98DC-3029-98030E2044A6}"/>
              </a:ext>
            </a:extLst>
          </p:cNvPr>
          <p:cNvCxnSpPr>
            <a:cxnSpLocks/>
            <a:endCxn id="51" idx="1"/>
          </p:cNvCxnSpPr>
          <p:nvPr/>
        </p:nvCxnSpPr>
        <p:spPr>
          <a:xfrm>
            <a:off x="2649725" y="3838262"/>
            <a:ext cx="339527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0FE1028A-A675-E2C1-0590-04244678AFEA}"/>
              </a:ext>
            </a:extLst>
          </p:cNvPr>
          <p:cNvSpPr txBox="1"/>
          <p:nvPr/>
        </p:nvSpPr>
        <p:spPr>
          <a:xfrm>
            <a:off x="2842267" y="3630145"/>
            <a:ext cx="1276311" cy="276999"/>
          </a:xfrm>
          <a:prstGeom prst="rect">
            <a:avLst/>
          </a:prstGeom>
          <a:noFill/>
          <a:ln>
            <a:noFill/>
          </a:ln>
        </p:spPr>
        <p:txBody>
          <a:bodyPr wrap="none" rtlCol="0">
            <a:spAutoFit/>
          </a:bodyPr>
          <a:lstStyle/>
          <a:p>
            <a:r>
              <a:rPr lang="en-US" altLang="ja-JP" sz="1200" dirty="0">
                <a:latin typeface="Meiryo" panose="020B0604030504040204" pitchFamily="34" charset="-128"/>
                <a:ea typeface="Meiryo" panose="020B0604030504040204" pitchFamily="34" charset="-128"/>
              </a:rPr>
              <a:t>3</a:t>
            </a:r>
            <a:r>
              <a:rPr kumimoji="1" lang="en-US" altLang="ja-JP" sz="1200" dirty="0">
                <a:latin typeface="Meiryo" panose="020B0604030504040204" pitchFamily="34" charset="-128"/>
                <a:ea typeface="Meiryo" panose="020B0604030504040204" pitchFamily="34" charset="-128"/>
              </a:rPr>
              <a:t>-1. Clone</a:t>
            </a:r>
            <a:r>
              <a:rPr kumimoji="1" lang="ja-JP" altLang="en-US" sz="1200">
                <a:latin typeface="Meiryo" panose="020B0604030504040204" pitchFamily="34" charset="-128"/>
                <a:ea typeface="Meiryo" panose="020B0604030504040204" pitchFamily="34" charset="-128"/>
              </a:rPr>
              <a:t>する</a:t>
            </a:r>
          </a:p>
        </p:txBody>
      </p:sp>
      <p:sp>
        <p:nvSpPr>
          <p:cNvPr id="18" name="正方形/長方形 17">
            <a:extLst>
              <a:ext uri="{FF2B5EF4-FFF2-40B4-BE49-F238E27FC236}">
                <a16:creationId xmlns:a16="http://schemas.microsoft.com/office/drawing/2014/main" id="{EBC1AADA-9D26-34EB-C29C-6947FE1B0A11}"/>
              </a:ext>
            </a:extLst>
          </p:cNvPr>
          <p:cNvSpPr/>
          <p:nvPr/>
        </p:nvSpPr>
        <p:spPr>
          <a:xfrm>
            <a:off x="2534597" y="4189846"/>
            <a:ext cx="108000" cy="3600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直線矢印コネクタ 19">
            <a:extLst>
              <a:ext uri="{FF2B5EF4-FFF2-40B4-BE49-F238E27FC236}">
                <a16:creationId xmlns:a16="http://schemas.microsoft.com/office/drawing/2014/main" id="{C301D486-E52B-F31E-0068-55DDAED6DE92}"/>
              </a:ext>
            </a:extLst>
          </p:cNvPr>
          <p:cNvCxnSpPr>
            <a:cxnSpLocks/>
          </p:cNvCxnSpPr>
          <p:nvPr/>
        </p:nvCxnSpPr>
        <p:spPr>
          <a:xfrm>
            <a:off x="993225" y="4226510"/>
            <a:ext cx="1548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a:extLst>
              <a:ext uri="{FF2B5EF4-FFF2-40B4-BE49-F238E27FC236}">
                <a16:creationId xmlns:a16="http://schemas.microsoft.com/office/drawing/2014/main" id="{01DF2D1B-2CC0-77EE-E42B-D542F911C7B2}"/>
              </a:ext>
            </a:extLst>
          </p:cNvPr>
          <p:cNvSpPr/>
          <p:nvPr/>
        </p:nvSpPr>
        <p:spPr>
          <a:xfrm>
            <a:off x="2534597" y="4638291"/>
            <a:ext cx="108000" cy="3600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5" name="直線矢印コネクタ 24">
            <a:extLst>
              <a:ext uri="{FF2B5EF4-FFF2-40B4-BE49-F238E27FC236}">
                <a16:creationId xmlns:a16="http://schemas.microsoft.com/office/drawing/2014/main" id="{C1E939E7-B2C9-9320-2D97-3C0A9C5D59C2}"/>
              </a:ext>
            </a:extLst>
          </p:cNvPr>
          <p:cNvCxnSpPr>
            <a:cxnSpLocks/>
          </p:cNvCxnSpPr>
          <p:nvPr/>
        </p:nvCxnSpPr>
        <p:spPr>
          <a:xfrm>
            <a:off x="993225" y="4674955"/>
            <a:ext cx="1548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2D74B904-A206-3E06-5F29-F6D3CA32763B}"/>
              </a:ext>
            </a:extLst>
          </p:cNvPr>
          <p:cNvCxnSpPr>
            <a:cxnSpLocks/>
          </p:cNvCxnSpPr>
          <p:nvPr/>
        </p:nvCxnSpPr>
        <p:spPr>
          <a:xfrm>
            <a:off x="2634501" y="4754890"/>
            <a:ext cx="12700" cy="134192"/>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テキスト ボックス 62">
            <a:extLst>
              <a:ext uri="{FF2B5EF4-FFF2-40B4-BE49-F238E27FC236}">
                <a16:creationId xmlns:a16="http://schemas.microsoft.com/office/drawing/2014/main" id="{7A525EEA-3541-5941-B9F9-51C52F88DD7C}"/>
              </a:ext>
            </a:extLst>
          </p:cNvPr>
          <p:cNvSpPr txBox="1"/>
          <p:nvPr/>
        </p:nvSpPr>
        <p:spPr>
          <a:xfrm>
            <a:off x="2862522" y="4630638"/>
            <a:ext cx="1167307" cy="276999"/>
          </a:xfrm>
          <a:prstGeom prst="rect">
            <a:avLst/>
          </a:prstGeom>
          <a:noFill/>
          <a:ln>
            <a:noFill/>
          </a:ln>
        </p:spPr>
        <p:txBody>
          <a:bodyPr wrap="none" rtlCol="0">
            <a:spAutoFit/>
          </a:bodyPr>
          <a:lstStyle/>
          <a:p>
            <a:r>
              <a:rPr kumimoji="1" lang="en-US" altLang="ja-JP" sz="1200" dirty="0">
                <a:latin typeface="Meiryo" panose="020B0604030504040204" pitchFamily="34" charset="-128"/>
                <a:ea typeface="Meiryo" panose="020B0604030504040204" pitchFamily="34" charset="-128"/>
              </a:rPr>
              <a:t>5-1. </a:t>
            </a:r>
            <a:r>
              <a:rPr kumimoji="1" lang="ja-JP" altLang="en-US" sz="1200">
                <a:latin typeface="Meiryo" panose="020B0604030504040204" pitchFamily="34" charset="-128"/>
                <a:ea typeface="Meiryo" panose="020B0604030504040204" pitchFamily="34" charset="-128"/>
              </a:rPr>
              <a:t>修正する</a:t>
            </a:r>
          </a:p>
        </p:txBody>
      </p:sp>
      <p:sp>
        <p:nvSpPr>
          <p:cNvPr id="64" name="正方形/長方形 63">
            <a:extLst>
              <a:ext uri="{FF2B5EF4-FFF2-40B4-BE49-F238E27FC236}">
                <a16:creationId xmlns:a16="http://schemas.microsoft.com/office/drawing/2014/main" id="{38D1194B-1D16-15A0-55DF-B11AE0E95854}"/>
              </a:ext>
            </a:extLst>
          </p:cNvPr>
          <p:cNvSpPr/>
          <p:nvPr/>
        </p:nvSpPr>
        <p:spPr>
          <a:xfrm>
            <a:off x="2533800" y="5100993"/>
            <a:ext cx="108000" cy="3600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5" name="直線矢印コネクタ 64">
            <a:extLst>
              <a:ext uri="{FF2B5EF4-FFF2-40B4-BE49-F238E27FC236}">
                <a16:creationId xmlns:a16="http://schemas.microsoft.com/office/drawing/2014/main" id="{A4F2FFC8-E46C-EBB9-D845-F418F7558972}"/>
              </a:ext>
            </a:extLst>
          </p:cNvPr>
          <p:cNvCxnSpPr>
            <a:cxnSpLocks/>
          </p:cNvCxnSpPr>
          <p:nvPr/>
        </p:nvCxnSpPr>
        <p:spPr>
          <a:xfrm>
            <a:off x="992428" y="5137657"/>
            <a:ext cx="1548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0CDBC468-25DE-EF66-7BC9-9BF709ABA103}"/>
              </a:ext>
            </a:extLst>
          </p:cNvPr>
          <p:cNvSpPr/>
          <p:nvPr/>
        </p:nvSpPr>
        <p:spPr>
          <a:xfrm>
            <a:off x="2536121" y="5534909"/>
            <a:ext cx="108000" cy="3600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7" name="直線矢印コネクタ 66">
            <a:extLst>
              <a:ext uri="{FF2B5EF4-FFF2-40B4-BE49-F238E27FC236}">
                <a16:creationId xmlns:a16="http://schemas.microsoft.com/office/drawing/2014/main" id="{731F921A-2733-4345-2927-68FF61535227}"/>
              </a:ext>
            </a:extLst>
          </p:cNvPr>
          <p:cNvCxnSpPr>
            <a:cxnSpLocks/>
          </p:cNvCxnSpPr>
          <p:nvPr/>
        </p:nvCxnSpPr>
        <p:spPr>
          <a:xfrm>
            <a:off x="994749" y="5571573"/>
            <a:ext cx="1548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正方形/長方形 67">
            <a:extLst>
              <a:ext uri="{FF2B5EF4-FFF2-40B4-BE49-F238E27FC236}">
                <a16:creationId xmlns:a16="http://schemas.microsoft.com/office/drawing/2014/main" id="{50CE5972-8E00-993C-1628-E1EEE85353A6}"/>
              </a:ext>
            </a:extLst>
          </p:cNvPr>
          <p:cNvSpPr/>
          <p:nvPr/>
        </p:nvSpPr>
        <p:spPr>
          <a:xfrm>
            <a:off x="6041038" y="5571573"/>
            <a:ext cx="108000" cy="2880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9" name="直線矢印コネクタ 68">
            <a:extLst>
              <a:ext uri="{FF2B5EF4-FFF2-40B4-BE49-F238E27FC236}">
                <a16:creationId xmlns:a16="http://schemas.microsoft.com/office/drawing/2014/main" id="{DD7791EE-11E9-186D-B9C9-96386778BF89}"/>
              </a:ext>
            </a:extLst>
          </p:cNvPr>
          <p:cNvCxnSpPr>
            <a:cxnSpLocks/>
            <a:endCxn id="68" idx="1"/>
          </p:cNvCxnSpPr>
          <p:nvPr/>
        </p:nvCxnSpPr>
        <p:spPr>
          <a:xfrm>
            <a:off x="2645762" y="5641190"/>
            <a:ext cx="339527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0" name="正方形/長方形 69">
            <a:extLst>
              <a:ext uri="{FF2B5EF4-FFF2-40B4-BE49-F238E27FC236}">
                <a16:creationId xmlns:a16="http://schemas.microsoft.com/office/drawing/2014/main" id="{3E5BFC12-2B01-E82F-D23B-34EF9A7E8CF7}"/>
              </a:ext>
            </a:extLst>
          </p:cNvPr>
          <p:cNvSpPr/>
          <p:nvPr/>
        </p:nvSpPr>
        <p:spPr>
          <a:xfrm>
            <a:off x="6037645" y="5984365"/>
            <a:ext cx="108000" cy="3600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1" name="直線矢印コネクタ 70">
            <a:extLst>
              <a:ext uri="{FF2B5EF4-FFF2-40B4-BE49-F238E27FC236}">
                <a16:creationId xmlns:a16="http://schemas.microsoft.com/office/drawing/2014/main" id="{684D1CAC-30E4-4ACF-25F6-574D37C7B84B}"/>
              </a:ext>
            </a:extLst>
          </p:cNvPr>
          <p:cNvCxnSpPr>
            <a:cxnSpLocks/>
          </p:cNvCxnSpPr>
          <p:nvPr/>
        </p:nvCxnSpPr>
        <p:spPr>
          <a:xfrm>
            <a:off x="992428" y="6004218"/>
            <a:ext cx="504521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3" name="正方形/長方形 72">
            <a:extLst>
              <a:ext uri="{FF2B5EF4-FFF2-40B4-BE49-F238E27FC236}">
                <a16:creationId xmlns:a16="http://schemas.microsoft.com/office/drawing/2014/main" id="{3CA8E469-0B4E-B104-6C05-B7F915986255}"/>
              </a:ext>
            </a:extLst>
          </p:cNvPr>
          <p:cNvSpPr/>
          <p:nvPr/>
        </p:nvSpPr>
        <p:spPr>
          <a:xfrm>
            <a:off x="4289400" y="6020365"/>
            <a:ext cx="108000" cy="2880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4" name="直線矢印コネクタ 73">
            <a:extLst>
              <a:ext uri="{FF2B5EF4-FFF2-40B4-BE49-F238E27FC236}">
                <a16:creationId xmlns:a16="http://schemas.microsoft.com/office/drawing/2014/main" id="{BF27F2D3-1EA6-8ADB-B3AB-40A21E8EC578}"/>
              </a:ext>
            </a:extLst>
          </p:cNvPr>
          <p:cNvCxnSpPr>
            <a:cxnSpLocks/>
          </p:cNvCxnSpPr>
          <p:nvPr/>
        </p:nvCxnSpPr>
        <p:spPr>
          <a:xfrm flipH="1">
            <a:off x="4397400" y="6068566"/>
            <a:ext cx="164024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7" name="テキスト ボックス 76">
            <a:extLst>
              <a:ext uri="{FF2B5EF4-FFF2-40B4-BE49-F238E27FC236}">
                <a16:creationId xmlns:a16="http://schemas.microsoft.com/office/drawing/2014/main" id="{20F2F97B-047A-BB5C-E36B-5B51AD293455}"/>
              </a:ext>
            </a:extLst>
          </p:cNvPr>
          <p:cNvSpPr txBox="1"/>
          <p:nvPr/>
        </p:nvSpPr>
        <p:spPr>
          <a:xfrm>
            <a:off x="4540093" y="6071673"/>
            <a:ext cx="748923" cy="276999"/>
          </a:xfrm>
          <a:prstGeom prst="rect">
            <a:avLst/>
          </a:prstGeom>
          <a:noFill/>
          <a:ln>
            <a:noFill/>
          </a:ln>
        </p:spPr>
        <p:txBody>
          <a:bodyPr wrap="none" rtlCol="0">
            <a:spAutoFit/>
          </a:bodyPr>
          <a:lstStyle/>
          <a:p>
            <a:r>
              <a:rPr kumimoji="1" lang="en-US" altLang="ja-JP" sz="1200" dirty="0">
                <a:latin typeface="Meiryo" panose="020B0604030504040204" pitchFamily="34" charset="-128"/>
                <a:ea typeface="Meiryo" panose="020B0604030504040204" pitchFamily="34" charset="-128"/>
              </a:rPr>
              <a:t>8-1. PR</a:t>
            </a:r>
            <a:endParaRPr kumimoji="1" lang="ja-JP" altLang="en-US" sz="1200">
              <a:latin typeface="Meiryo" panose="020B0604030504040204" pitchFamily="34" charset="-128"/>
              <a:ea typeface="Meiryo" panose="020B0604030504040204" pitchFamily="34" charset="-128"/>
            </a:endParaRPr>
          </a:p>
        </p:txBody>
      </p:sp>
      <p:sp>
        <p:nvSpPr>
          <p:cNvPr id="78" name="テキスト ボックス 77">
            <a:extLst>
              <a:ext uri="{FF2B5EF4-FFF2-40B4-BE49-F238E27FC236}">
                <a16:creationId xmlns:a16="http://schemas.microsoft.com/office/drawing/2014/main" id="{B8A3AC7C-8E0C-6D3B-5F06-B0F829AB9CAB}"/>
              </a:ext>
            </a:extLst>
          </p:cNvPr>
          <p:cNvSpPr txBox="1"/>
          <p:nvPr/>
        </p:nvSpPr>
        <p:spPr>
          <a:xfrm>
            <a:off x="3846322" y="1560734"/>
            <a:ext cx="1015021" cy="307777"/>
          </a:xfrm>
          <a:prstGeom prst="rect">
            <a:avLst/>
          </a:prstGeom>
          <a:noFill/>
        </p:spPr>
        <p:txBody>
          <a:bodyPr wrap="none" rtlCol="0">
            <a:spAutoFit/>
          </a:bodyPr>
          <a:lstStyle/>
          <a:p>
            <a:pPr algn="l"/>
            <a:r>
              <a:rPr kumimoji="1" lang="en-US" altLang="ja-JP" sz="1400" dirty="0">
                <a:latin typeface="Meiryo" panose="020B0604030504040204" pitchFamily="34" charset="-128"/>
                <a:ea typeface="Meiryo" panose="020B0604030504040204" pitchFamily="34" charset="-128"/>
              </a:rPr>
              <a:t>upstream</a:t>
            </a:r>
            <a:endParaRPr kumimoji="1" lang="ja-JP" altLang="en-US" sz="1400">
              <a:latin typeface="Meiryo" panose="020B0604030504040204" pitchFamily="34" charset="-128"/>
              <a:ea typeface="Meiryo" panose="020B0604030504040204" pitchFamily="34" charset="-128"/>
            </a:endParaRPr>
          </a:p>
        </p:txBody>
      </p:sp>
      <p:sp>
        <p:nvSpPr>
          <p:cNvPr id="79" name="テキスト ボックス 78">
            <a:extLst>
              <a:ext uri="{FF2B5EF4-FFF2-40B4-BE49-F238E27FC236}">
                <a16:creationId xmlns:a16="http://schemas.microsoft.com/office/drawing/2014/main" id="{F4DAD2CB-A217-1453-6DEE-513536FA0EC0}"/>
              </a:ext>
            </a:extLst>
          </p:cNvPr>
          <p:cNvSpPr txBox="1"/>
          <p:nvPr/>
        </p:nvSpPr>
        <p:spPr>
          <a:xfrm>
            <a:off x="5761407" y="1564948"/>
            <a:ext cx="675186" cy="307777"/>
          </a:xfrm>
          <a:prstGeom prst="rect">
            <a:avLst/>
          </a:prstGeom>
          <a:noFill/>
        </p:spPr>
        <p:txBody>
          <a:bodyPr wrap="none" rtlCol="0">
            <a:spAutoFit/>
          </a:bodyPr>
          <a:lstStyle/>
          <a:p>
            <a:pPr algn="ctr"/>
            <a:r>
              <a:rPr kumimoji="1" lang="en-US" altLang="ja-JP" sz="1400" dirty="0">
                <a:latin typeface="Meiryo" panose="020B0604030504040204" pitchFamily="34" charset="-128"/>
                <a:ea typeface="Meiryo" panose="020B0604030504040204" pitchFamily="34" charset="-128"/>
              </a:rPr>
              <a:t>origin</a:t>
            </a:r>
            <a:endParaRPr kumimoji="1" lang="ja-JP" altLang="en-US" sz="140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149679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C6046-6181-3EB7-4ACE-3471B0DFC569}"/>
            </a:ext>
          </a:extLst>
        </p:cNvPr>
        <p:cNvGrpSpPr/>
        <p:nvPr/>
      </p:nvGrpSpPr>
      <p:grpSpPr>
        <a:xfrm>
          <a:off x="0" y="0"/>
          <a:ext cx="0" cy="0"/>
          <a:chOff x="0" y="0"/>
          <a:chExt cx="0" cy="0"/>
        </a:xfrm>
      </p:grpSpPr>
      <p:sp>
        <p:nvSpPr>
          <p:cNvPr id="34" name="正方形/長方形 33">
            <a:extLst>
              <a:ext uri="{FF2B5EF4-FFF2-40B4-BE49-F238E27FC236}">
                <a16:creationId xmlns:a16="http://schemas.microsoft.com/office/drawing/2014/main" id="{8D46CE06-1274-CA64-1012-8BC13EB593C2}"/>
              </a:ext>
            </a:extLst>
          </p:cNvPr>
          <p:cNvSpPr/>
          <p:nvPr/>
        </p:nvSpPr>
        <p:spPr>
          <a:xfrm>
            <a:off x="2433575" y="4571764"/>
            <a:ext cx="223589" cy="36625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正方形/長方形 43">
            <a:extLst>
              <a:ext uri="{FF2B5EF4-FFF2-40B4-BE49-F238E27FC236}">
                <a16:creationId xmlns:a16="http://schemas.microsoft.com/office/drawing/2014/main" id="{5A1155D7-F1C1-F10D-1322-9A73AFA7CFEF}"/>
              </a:ext>
            </a:extLst>
          </p:cNvPr>
          <p:cNvSpPr/>
          <p:nvPr/>
        </p:nvSpPr>
        <p:spPr>
          <a:xfrm>
            <a:off x="2433575" y="4705956"/>
            <a:ext cx="223589" cy="36625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D2527386-4A21-471D-C999-2492135FAB76}"/>
              </a:ext>
            </a:extLst>
          </p:cNvPr>
          <p:cNvSpPr>
            <a:spLocks noGrp="1"/>
          </p:cNvSpPr>
          <p:nvPr>
            <p:ph type="title"/>
          </p:nvPr>
        </p:nvSpPr>
        <p:spPr/>
        <p:txBody>
          <a:bodyPr/>
          <a:lstStyle/>
          <a:p>
            <a:r>
              <a:rPr kumimoji="1" lang="en-US" altLang="ja-JP" dirty="0"/>
              <a:t>Fork</a:t>
            </a:r>
            <a:r>
              <a:rPr kumimoji="1" lang="ja-JP" altLang="en-US"/>
              <a:t>と</a:t>
            </a:r>
            <a:r>
              <a:rPr kumimoji="1" lang="en-US" altLang="ja-JP" dirty="0"/>
              <a:t>Clone</a:t>
            </a:r>
            <a:endParaRPr kumimoji="1" lang="ja-JP" altLang="en-US"/>
          </a:p>
        </p:txBody>
      </p:sp>
      <p:sp>
        <p:nvSpPr>
          <p:cNvPr id="81" name="コンテンツ プレースホルダー 80">
            <a:extLst>
              <a:ext uri="{FF2B5EF4-FFF2-40B4-BE49-F238E27FC236}">
                <a16:creationId xmlns:a16="http://schemas.microsoft.com/office/drawing/2014/main" id="{CC62F864-9F2B-18C5-DE79-599CB17985B2}"/>
              </a:ext>
            </a:extLst>
          </p:cNvPr>
          <p:cNvSpPr>
            <a:spLocks noGrp="1"/>
          </p:cNvSpPr>
          <p:nvPr>
            <p:ph sz="half" idx="2"/>
          </p:nvPr>
        </p:nvSpPr>
        <p:spPr>
          <a:xfrm>
            <a:off x="6622352" y="1314994"/>
            <a:ext cx="4731448" cy="5406481"/>
          </a:xfrm>
        </p:spPr>
        <p:txBody>
          <a:bodyPr>
            <a:normAutofit fontScale="55000" lnSpcReduction="20000"/>
          </a:bodyPr>
          <a:lstStyle/>
          <a:p>
            <a:pPr>
              <a:lnSpc>
                <a:spcPct val="120000"/>
              </a:lnSpc>
            </a:pPr>
            <a:r>
              <a:rPr lang="en-US" altLang="ja-JP" dirty="0"/>
              <a:t>Upstream</a:t>
            </a:r>
            <a:r>
              <a:rPr lang="ja-JP" altLang="en-US"/>
              <a:t>には書き込み権限がない。</a:t>
            </a:r>
            <a:endParaRPr lang="en-US" altLang="ja-JP" dirty="0"/>
          </a:p>
          <a:p>
            <a:pPr lvl="1">
              <a:lnSpc>
                <a:spcPct val="120000"/>
              </a:lnSpc>
            </a:pPr>
            <a:r>
              <a:rPr lang="ja-JP" altLang="en-US"/>
              <a:t>自分のアカウントに</a:t>
            </a:r>
            <a:r>
              <a:rPr lang="en-US" altLang="ja-JP" dirty="0"/>
              <a:t>Upstream</a:t>
            </a:r>
            <a:r>
              <a:rPr lang="ja-JP" altLang="en-US"/>
              <a:t>のコピーを作る（</a:t>
            </a:r>
            <a:r>
              <a:rPr lang="en-US" altLang="ja-JP" dirty="0"/>
              <a:t>Fork</a:t>
            </a:r>
            <a:r>
              <a:rPr lang="ja-JP" altLang="en-US"/>
              <a:t>）</a:t>
            </a:r>
            <a:endParaRPr lang="en-US" altLang="ja-JP" dirty="0"/>
          </a:p>
          <a:p>
            <a:pPr>
              <a:lnSpc>
                <a:spcPct val="120000"/>
              </a:lnSpc>
            </a:pPr>
            <a:r>
              <a:rPr lang="ja-JP" altLang="en-US"/>
              <a:t>手元には</a:t>
            </a:r>
            <a:r>
              <a:rPr lang="en-US" altLang="ja-JP" dirty="0"/>
              <a:t>Fork</a:t>
            </a:r>
            <a:r>
              <a:rPr lang="ja-JP" altLang="en-US"/>
              <a:t>したリポジトリ（</a:t>
            </a:r>
            <a:r>
              <a:rPr lang="en-US" altLang="ja-JP" dirty="0"/>
              <a:t>origin</a:t>
            </a:r>
            <a:r>
              <a:rPr lang="ja-JP" altLang="en-US"/>
              <a:t>）を取ってくる（</a:t>
            </a:r>
            <a:r>
              <a:rPr lang="en-US" altLang="ja-JP" dirty="0"/>
              <a:t>Clone</a:t>
            </a:r>
            <a:r>
              <a:rPr lang="ja-JP" altLang="en-US"/>
              <a:t>）。</a:t>
            </a:r>
            <a:endParaRPr lang="en-US" altLang="ja-JP" dirty="0"/>
          </a:p>
          <a:p>
            <a:pPr lvl="1">
              <a:lnSpc>
                <a:spcPct val="120000"/>
              </a:lnSpc>
            </a:pPr>
            <a:r>
              <a:rPr lang="ja-JP" altLang="en-US"/>
              <a:t>ローカルリポジトリに対して修正する。</a:t>
            </a:r>
            <a:endParaRPr lang="en-US" altLang="ja-JP" dirty="0"/>
          </a:p>
          <a:p>
            <a:pPr lvl="1">
              <a:lnSpc>
                <a:spcPct val="120000"/>
              </a:lnSpc>
            </a:pPr>
            <a:r>
              <a:rPr lang="en-US" altLang="ja-JP" dirty="0"/>
              <a:t>Origin</a:t>
            </a:r>
            <a:r>
              <a:rPr lang="ja-JP" altLang="en-US"/>
              <a:t>に対して、修正を反映する（</a:t>
            </a:r>
            <a:r>
              <a:rPr lang="en-US" altLang="ja-JP" dirty="0"/>
              <a:t>push</a:t>
            </a:r>
            <a:r>
              <a:rPr lang="ja-JP" altLang="en-US"/>
              <a:t>）。</a:t>
            </a:r>
            <a:endParaRPr lang="en-US" altLang="ja-JP" dirty="0"/>
          </a:p>
          <a:p>
            <a:pPr>
              <a:lnSpc>
                <a:spcPct val="120000"/>
              </a:lnSpc>
            </a:pPr>
            <a:r>
              <a:rPr lang="en-US" altLang="ja-JP" dirty="0"/>
              <a:t>Upstream</a:t>
            </a:r>
            <a:r>
              <a:rPr lang="ja-JP" altLang="en-US"/>
              <a:t>への変更の反映は、</a:t>
            </a:r>
            <a:r>
              <a:rPr lang="en-US" altLang="ja-JP" dirty="0"/>
              <a:t>origin</a:t>
            </a:r>
            <a:r>
              <a:rPr lang="ja-JP" altLang="en-US"/>
              <a:t>からの</a:t>
            </a:r>
            <a:r>
              <a:rPr lang="en-US" altLang="ja-JP" dirty="0"/>
              <a:t>PR</a:t>
            </a:r>
            <a:r>
              <a:rPr lang="ja-JP" altLang="en-US"/>
              <a:t>を通じて行う。</a:t>
            </a:r>
          </a:p>
        </p:txBody>
      </p:sp>
      <p:sp>
        <p:nvSpPr>
          <p:cNvPr id="5" name="日付プレースホルダー 4">
            <a:extLst>
              <a:ext uri="{FF2B5EF4-FFF2-40B4-BE49-F238E27FC236}">
                <a16:creationId xmlns:a16="http://schemas.microsoft.com/office/drawing/2014/main" id="{14490C1F-D5F2-AA8F-E6C7-D8853B96E0EF}"/>
              </a:ext>
            </a:extLst>
          </p:cNvPr>
          <p:cNvSpPr>
            <a:spLocks noGrp="1"/>
          </p:cNvSpPr>
          <p:nvPr>
            <p:ph type="dt" sz="half" idx="10"/>
          </p:nvPr>
        </p:nvSpPr>
        <p:spPr/>
        <p:txBody>
          <a:bodyPr/>
          <a:lstStyle/>
          <a:p>
            <a:r>
              <a:rPr kumimoji="1" lang="en-US" altLang="ja-JP"/>
              <a:t>2026/10/29</a:t>
            </a:r>
            <a:endParaRPr kumimoji="1" lang="ja-JP" altLang="en-US"/>
          </a:p>
        </p:txBody>
      </p:sp>
      <p:sp>
        <p:nvSpPr>
          <p:cNvPr id="6" name="スライド番号プレースホルダー 5">
            <a:extLst>
              <a:ext uri="{FF2B5EF4-FFF2-40B4-BE49-F238E27FC236}">
                <a16:creationId xmlns:a16="http://schemas.microsoft.com/office/drawing/2014/main" id="{8D5386B5-762A-11BB-7353-31E0F6ADED8E}"/>
              </a:ext>
            </a:extLst>
          </p:cNvPr>
          <p:cNvSpPr>
            <a:spLocks noGrp="1"/>
          </p:cNvSpPr>
          <p:nvPr>
            <p:ph type="sldNum" sz="quarter" idx="12"/>
          </p:nvPr>
        </p:nvSpPr>
        <p:spPr/>
        <p:txBody>
          <a:bodyPr/>
          <a:lstStyle/>
          <a:p>
            <a:fld id="{74E5C2EA-A201-0F41-BE6C-96A0CC88D6B3}" type="slidenum">
              <a:rPr kumimoji="1" lang="ja-JP" altLang="en-US" smtClean="0"/>
              <a:t>13</a:t>
            </a:fld>
            <a:endParaRPr kumimoji="1" lang="ja-JP" altLang="en-US"/>
          </a:p>
        </p:txBody>
      </p:sp>
      <p:grpSp>
        <p:nvGrpSpPr>
          <p:cNvPr id="23" name="グループ化 22">
            <a:extLst>
              <a:ext uri="{FF2B5EF4-FFF2-40B4-BE49-F238E27FC236}">
                <a16:creationId xmlns:a16="http://schemas.microsoft.com/office/drawing/2014/main" id="{C2C829DC-B66D-4A4C-9234-E8417558D886}"/>
              </a:ext>
            </a:extLst>
          </p:cNvPr>
          <p:cNvGrpSpPr/>
          <p:nvPr/>
        </p:nvGrpSpPr>
        <p:grpSpPr>
          <a:xfrm>
            <a:off x="856200" y="2254893"/>
            <a:ext cx="252000" cy="468679"/>
            <a:chOff x="856200" y="1930677"/>
            <a:chExt cx="252000" cy="468679"/>
          </a:xfrm>
        </p:grpSpPr>
        <p:sp>
          <p:nvSpPr>
            <p:cNvPr id="7" name="円/楕円 6">
              <a:extLst>
                <a:ext uri="{FF2B5EF4-FFF2-40B4-BE49-F238E27FC236}">
                  <a16:creationId xmlns:a16="http://schemas.microsoft.com/office/drawing/2014/main" id="{D6D104E7-320E-9083-F6F1-54B153FA2EE6}"/>
                </a:ext>
              </a:extLst>
            </p:cNvPr>
            <p:cNvSpPr>
              <a:spLocks noChangeAspect="1"/>
            </p:cNvSpPr>
            <p:nvPr/>
          </p:nvSpPr>
          <p:spPr>
            <a:xfrm>
              <a:off x="856200" y="1930677"/>
              <a:ext cx="252000" cy="2520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直線コネクタ 8">
              <a:extLst>
                <a:ext uri="{FF2B5EF4-FFF2-40B4-BE49-F238E27FC236}">
                  <a16:creationId xmlns:a16="http://schemas.microsoft.com/office/drawing/2014/main" id="{C68FF921-C6E2-9713-BAEC-E9239BF8FDBB}"/>
                </a:ext>
              </a:extLst>
            </p:cNvPr>
            <p:cNvCxnSpPr>
              <a:cxnSpLocks/>
            </p:cNvCxnSpPr>
            <p:nvPr/>
          </p:nvCxnSpPr>
          <p:spPr>
            <a:xfrm>
              <a:off x="856200" y="2236677"/>
              <a:ext cx="25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7B4B6C25-9A13-DEFF-ABC9-05387527E8E4}"/>
                </a:ext>
              </a:extLst>
            </p:cNvPr>
            <p:cNvCxnSpPr>
              <a:cxnSpLocks/>
            </p:cNvCxnSpPr>
            <p:nvPr/>
          </p:nvCxnSpPr>
          <p:spPr>
            <a:xfrm>
              <a:off x="982200" y="2182677"/>
              <a:ext cx="0" cy="10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1DD2FF7B-BAB3-3B4A-896F-7CFC9BB55F3D}"/>
                </a:ext>
              </a:extLst>
            </p:cNvPr>
            <p:cNvCxnSpPr>
              <a:cxnSpLocks noChangeAspect="1"/>
            </p:cNvCxnSpPr>
            <p:nvPr/>
          </p:nvCxnSpPr>
          <p:spPr>
            <a:xfrm>
              <a:off x="982201" y="2291356"/>
              <a:ext cx="108000" cy="10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183F45B1-3A25-9B31-FCB7-67C8140B05F5}"/>
                </a:ext>
              </a:extLst>
            </p:cNvPr>
            <p:cNvCxnSpPr>
              <a:cxnSpLocks noChangeAspect="1"/>
            </p:cNvCxnSpPr>
            <p:nvPr/>
          </p:nvCxnSpPr>
          <p:spPr>
            <a:xfrm flipH="1">
              <a:off x="874201" y="2291356"/>
              <a:ext cx="108000" cy="10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9" name="図 18">
            <a:extLst>
              <a:ext uri="{FF2B5EF4-FFF2-40B4-BE49-F238E27FC236}">
                <a16:creationId xmlns:a16="http://schemas.microsoft.com/office/drawing/2014/main" id="{6F7EB317-C222-906A-58D7-D093AD9474DC}"/>
              </a:ext>
            </a:extLst>
          </p:cNvPr>
          <p:cNvPicPr>
            <a:picLocks noChangeAspect="1"/>
          </p:cNvPicPr>
          <p:nvPr/>
        </p:nvPicPr>
        <p:blipFill>
          <a:blip r:embed="rId2"/>
          <a:stretch>
            <a:fillRect/>
          </a:stretch>
        </p:blipFill>
        <p:spPr>
          <a:xfrm>
            <a:off x="-1474276" y="2453572"/>
            <a:ext cx="540000" cy="540000"/>
          </a:xfrm>
          <a:prstGeom prst="rect">
            <a:avLst/>
          </a:prstGeom>
        </p:spPr>
      </p:pic>
      <p:pic>
        <p:nvPicPr>
          <p:cNvPr id="21" name="グラフィックス 20">
            <a:extLst>
              <a:ext uri="{FF2B5EF4-FFF2-40B4-BE49-F238E27FC236}">
                <a16:creationId xmlns:a16="http://schemas.microsoft.com/office/drawing/2014/main" id="{AD677BB6-624F-7980-5A0E-0905C72AA0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66144" y="2219232"/>
            <a:ext cx="540000" cy="540000"/>
          </a:xfrm>
          <a:prstGeom prst="rect">
            <a:avLst/>
          </a:prstGeom>
        </p:spPr>
      </p:pic>
      <p:pic>
        <p:nvPicPr>
          <p:cNvPr id="24" name="図 23" descr="File:Visual Studio Code 1.35 icon.svg - Wikimedia Commons">
            <a:extLst>
              <a:ext uri="{FF2B5EF4-FFF2-40B4-BE49-F238E27FC236}">
                <a16:creationId xmlns:a16="http://schemas.microsoft.com/office/drawing/2014/main" id="{261A211A-C51F-BB87-FCD7-E91F1EF00D2D}"/>
              </a:ext>
            </a:extLst>
          </p:cNvPr>
          <p:cNvPicPr>
            <a:picLocks noChangeAspect="1"/>
          </p:cNvPicPr>
          <p:nvPr/>
        </p:nvPicPr>
        <p:blipFill>
          <a:blip r:embed="rId4"/>
          <a:stretch>
            <a:fillRect/>
          </a:stretch>
        </p:blipFill>
        <p:spPr>
          <a:xfrm>
            <a:off x="2317172" y="2219232"/>
            <a:ext cx="540000" cy="540000"/>
          </a:xfrm>
          <a:prstGeom prst="rect">
            <a:avLst/>
          </a:prstGeom>
        </p:spPr>
      </p:pic>
      <p:cxnSp>
        <p:nvCxnSpPr>
          <p:cNvPr id="26" name="直線コネクタ 25">
            <a:extLst>
              <a:ext uri="{FF2B5EF4-FFF2-40B4-BE49-F238E27FC236}">
                <a16:creationId xmlns:a16="http://schemas.microsoft.com/office/drawing/2014/main" id="{04554E6A-0DD6-63E8-7049-2F2AE4F9CA07}"/>
              </a:ext>
            </a:extLst>
          </p:cNvPr>
          <p:cNvCxnSpPr>
            <a:cxnSpLocks/>
          </p:cNvCxnSpPr>
          <p:nvPr/>
        </p:nvCxnSpPr>
        <p:spPr>
          <a:xfrm>
            <a:off x="982200" y="2767155"/>
            <a:ext cx="0" cy="36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C57B899F-6A0A-103D-9D26-06125DEF5C6E}"/>
              </a:ext>
            </a:extLst>
          </p:cNvPr>
          <p:cNvCxnSpPr>
            <a:cxnSpLocks/>
          </p:cNvCxnSpPr>
          <p:nvPr/>
        </p:nvCxnSpPr>
        <p:spPr>
          <a:xfrm>
            <a:off x="2588597" y="2767155"/>
            <a:ext cx="0" cy="36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B1DC3441-7535-AE13-F086-28C3F7A14654}"/>
              </a:ext>
            </a:extLst>
          </p:cNvPr>
          <p:cNvCxnSpPr>
            <a:cxnSpLocks/>
          </p:cNvCxnSpPr>
          <p:nvPr/>
        </p:nvCxnSpPr>
        <p:spPr>
          <a:xfrm>
            <a:off x="4343400" y="2767155"/>
            <a:ext cx="0" cy="36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F5837B7E-942D-4B9D-54E9-DC6992B9E693}"/>
              </a:ext>
            </a:extLst>
          </p:cNvPr>
          <p:cNvCxnSpPr>
            <a:cxnSpLocks/>
          </p:cNvCxnSpPr>
          <p:nvPr/>
        </p:nvCxnSpPr>
        <p:spPr>
          <a:xfrm>
            <a:off x="6096000" y="2767155"/>
            <a:ext cx="0" cy="36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正方形/長方形 30">
            <a:extLst>
              <a:ext uri="{FF2B5EF4-FFF2-40B4-BE49-F238E27FC236}">
                <a16:creationId xmlns:a16="http://schemas.microsoft.com/office/drawing/2014/main" id="{40A9A916-41D7-8EFC-9DD6-D5300D51A0F3}"/>
              </a:ext>
            </a:extLst>
          </p:cNvPr>
          <p:cNvSpPr/>
          <p:nvPr/>
        </p:nvSpPr>
        <p:spPr>
          <a:xfrm>
            <a:off x="4299833" y="2851928"/>
            <a:ext cx="108000" cy="3600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3" name="直線矢印コネクタ 32">
            <a:extLst>
              <a:ext uri="{FF2B5EF4-FFF2-40B4-BE49-F238E27FC236}">
                <a16:creationId xmlns:a16="http://schemas.microsoft.com/office/drawing/2014/main" id="{9620C50E-6F69-DA7D-0341-68DCC21C1570}"/>
              </a:ext>
            </a:extLst>
          </p:cNvPr>
          <p:cNvCxnSpPr>
            <a:cxnSpLocks/>
          </p:cNvCxnSpPr>
          <p:nvPr/>
        </p:nvCxnSpPr>
        <p:spPr>
          <a:xfrm>
            <a:off x="982200" y="2904474"/>
            <a:ext cx="33192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03845E5E-9AFD-426E-A63F-CE0DAE09048B}"/>
              </a:ext>
            </a:extLst>
          </p:cNvPr>
          <p:cNvSpPr txBox="1"/>
          <p:nvPr/>
        </p:nvSpPr>
        <p:spPr>
          <a:xfrm>
            <a:off x="982200" y="2932724"/>
            <a:ext cx="1246880" cy="276999"/>
          </a:xfrm>
          <a:prstGeom prst="rect">
            <a:avLst/>
          </a:prstGeom>
          <a:noFill/>
        </p:spPr>
        <p:txBody>
          <a:bodyPr wrap="none" rtlCol="0">
            <a:spAutoFit/>
          </a:bodyPr>
          <a:lstStyle/>
          <a:p>
            <a:r>
              <a:rPr kumimoji="1" lang="en-US" altLang="ja-JP" sz="1200" dirty="0">
                <a:latin typeface="Meiryo" panose="020B0604030504040204" pitchFamily="34" charset="-128"/>
                <a:ea typeface="Meiryo" panose="020B0604030504040204" pitchFamily="34" charset="-128"/>
              </a:rPr>
              <a:t>1. Issue</a:t>
            </a:r>
            <a:r>
              <a:rPr kumimoji="1" lang="ja-JP" altLang="en-US" sz="1200">
                <a:latin typeface="Meiryo" panose="020B0604030504040204" pitchFamily="34" charset="-128"/>
                <a:ea typeface="Meiryo" panose="020B0604030504040204" pitchFamily="34" charset="-128"/>
              </a:rPr>
              <a:t>を選ぶ</a:t>
            </a:r>
          </a:p>
        </p:txBody>
      </p:sp>
      <p:pic>
        <p:nvPicPr>
          <p:cNvPr id="37" name="グラフィックス 36">
            <a:extLst>
              <a:ext uri="{FF2B5EF4-FFF2-40B4-BE49-F238E27FC236}">
                <a16:creationId xmlns:a16="http://schemas.microsoft.com/office/drawing/2014/main" id="{2BABB2C3-AD70-6CC7-B296-CE96A49B70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15116" y="2219232"/>
            <a:ext cx="540000" cy="540000"/>
          </a:xfrm>
          <a:prstGeom prst="rect">
            <a:avLst/>
          </a:prstGeom>
        </p:spPr>
      </p:pic>
      <p:sp>
        <p:nvSpPr>
          <p:cNvPr id="38" name="正方形/長方形 37">
            <a:extLst>
              <a:ext uri="{FF2B5EF4-FFF2-40B4-BE49-F238E27FC236}">
                <a16:creationId xmlns:a16="http://schemas.microsoft.com/office/drawing/2014/main" id="{88C9E5F8-B049-FC75-0CD6-B70250EBCC8B}"/>
              </a:ext>
            </a:extLst>
          </p:cNvPr>
          <p:cNvSpPr/>
          <p:nvPr/>
        </p:nvSpPr>
        <p:spPr>
          <a:xfrm>
            <a:off x="4299833" y="3321555"/>
            <a:ext cx="108000" cy="3600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9" name="直線矢印コネクタ 38">
            <a:extLst>
              <a:ext uri="{FF2B5EF4-FFF2-40B4-BE49-F238E27FC236}">
                <a16:creationId xmlns:a16="http://schemas.microsoft.com/office/drawing/2014/main" id="{75978735-CC38-10A8-BD69-DC0E9DCD35D1}"/>
              </a:ext>
            </a:extLst>
          </p:cNvPr>
          <p:cNvCxnSpPr>
            <a:cxnSpLocks/>
            <a:endCxn id="38" idx="1"/>
          </p:cNvCxnSpPr>
          <p:nvPr/>
        </p:nvCxnSpPr>
        <p:spPr>
          <a:xfrm>
            <a:off x="982200" y="3357171"/>
            <a:ext cx="331763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C8DE0E5D-4BDA-F9F6-571C-617A377623D4}"/>
              </a:ext>
            </a:extLst>
          </p:cNvPr>
          <p:cNvSpPr txBox="1"/>
          <p:nvPr/>
        </p:nvSpPr>
        <p:spPr>
          <a:xfrm>
            <a:off x="982200" y="3375362"/>
            <a:ext cx="1021690" cy="276999"/>
          </a:xfrm>
          <a:prstGeom prst="rect">
            <a:avLst/>
          </a:prstGeom>
          <a:noFill/>
          <a:ln>
            <a:noFill/>
          </a:ln>
        </p:spPr>
        <p:txBody>
          <a:bodyPr wrap="none" rtlCol="0">
            <a:spAutoFit/>
          </a:bodyPr>
          <a:lstStyle/>
          <a:p>
            <a:r>
              <a:rPr kumimoji="1" lang="en-US" altLang="ja-JP" sz="1200" dirty="0">
                <a:latin typeface="Meiryo" panose="020B0604030504040204" pitchFamily="34" charset="-128"/>
                <a:ea typeface="Meiryo" panose="020B0604030504040204" pitchFamily="34" charset="-128"/>
              </a:rPr>
              <a:t>2. Fork</a:t>
            </a:r>
            <a:r>
              <a:rPr kumimoji="1" lang="ja-JP" altLang="en-US" sz="1200">
                <a:latin typeface="Meiryo" panose="020B0604030504040204" pitchFamily="34" charset="-128"/>
                <a:ea typeface="Meiryo" panose="020B0604030504040204" pitchFamily="34" charset="-128"/>
              </a:rPr>
              <a:t>する</a:t>
            </a:r>
          </a:p>
        </p:txBody>
      </p:sp>
      <p:sp>
        <p:nvSpPr>
          <p:cNvPr id="42" name="正方形/長方形 41">
            <a:extLst>
              <a:ext uri="{FF2B5EF4-FFF2-40B4-BE49-F238E27FC236}">
                <a16:creationId xmlns:a16="http://schemas.microsoft.com/office/drawing/2014/main" id="{542E98A4-63DD-B52C-D700-B5B3A616F6A5}"/>
              </a:ext>
            </a:extLst>
          </p:cNvPr>
          <p:cNvSpPr/>
          <p:nvPr/>
        </p:nvSpPr>
        <p:spPr>
          <a:xfrm>
            <a:off x="6037645" y="3357555"/>
            <a:ext cx="108000" cy="2880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3" name="直線矢印コネクタ 42">
            <a:extLst>
              <a:ext uri="{FF2B5EF4-FFF2-40B4-BE49-F238E27FC236}">
                <a16:creationId xmlns:a16="http://schemas.microsoft.com/office/drawing/2014/main" id="{99156758-81B0-98D3-D7FE-0E187DF5D50A}"/>
              </a:ext>
            </a:extLst>
          </p:cNvPr>
          <p:cNvCxnSpPr>
            <a:cxnSpLocks/>
          </p:cNvCxnSpPr>
          <p:nvPr/>
        </p:nvCxnSpPr>
        <p:spPr>
          <a:xfrm>
            <a:off x="4407833" y="3396666"/>
            <a:ext cx="1620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テキスト ボックス 44">
            <a:extLst>
              <a:ext uri="{FF2B5EF4-FFF2-40B4-BE49-F238E27FC236}">
                <a16:creationId xmlns:a16="http://schemas.microsoft.com/office/drawing/2014/main" id="{DCC012EC-1FEE-151C-D8A7-277B121DA180}"/>
              </a:ext>
            </a:extLst>
          </p:cNvPr>
          <p:cNvSpPr txBox="1"/>
          <p:nvPr/>
        </p:nvSpPr>
        <p:spPr>
          <a:xfrm>
            <a:off x="3752197" y="1786945"/>
            <a:ext cx="1204176" cy="461665"/>
          </a:xfrm>
          <a:prstGeom prst="rect">
            <a:avLst/>
          </a:prstGeom>
          <a:noFill/>
        </p:spPr>
        <p:txBody>
          <a:bodyPr wrap="none" rtlCol="0">
            <a:spAutoFit/>
          </a:bodyPr>
          <a:lstStyle/>
          <a:p>
            <a:pPr algn="l"/>
            <a:r>
              <a:rPr kumimoji="1" lang="en-US" altLang="ja-JP" sz="1200" dirty="0" err="1">
                <a:latin typeface="Consolas" panose="020B0609020204030204" pitchFamily="49" charset="0"/>
                <a:ea typeface="Meiryo" panose="020B0604030504040204" pitchFamily="34" charset="-128"/>
                <a:cs typeface="Consolas" panose="020B0609020204030204" pitchFamily="49" charset="0"/>
              </a:rPr>
              <a:t>tamadalab</a:t>
            </a:r>
            <a:r>
              <a:rPr kumimoji="1" lang="en-US" altLang="ja-JP" sz="1200" dirty="0">
                <a:latin typeface="Consolas" panose="020B0609020204030204" pitchFamily="49" charset="0"/>
                <a:ea typeface="Meiryo" panose="020B0604030504040204" pitchFamily="34" charset="-128"/>
                <a:cs typeface="Consolas" panose="020B0609020204030204" pitchFamily="49" charset="0"/>
              </a:rPr>
              <a:t>/</a:t>
            </a:r>
          </a:p>
          <a:p>
            <a:pPr algn="l"/>
            <a:r>
              <a:rPr kumimoji="1" lang="en-US" altLang="ja-JP" sz="1200" dirty="0">
                <a:latin typeface="Consolas" panose="020B0609020204030204" pitchFamily="49" charset="0"/>
                <a:ea typeface="Meiryo" panose="020B0604030504040204" pitchFamily="34" charset="-128"/>
                <a:cs typeface="Consolas" panose="020B0609020204030204" pitchFamily="49" charset="0"/>
              </a:rPr>
              <a:t>welfare-time</a:t>
            </a:r>
            <a:endParaRPr kumimoji="1" lang="ja-JP" altLang="en-US" sz="1200">
              <a:latin typeface="Consolas" panose="020B0609020204030204" pitchFamily="49" charset="0"/>
              <a:ea typeface="Meiryo" panose="020B0604030504040204" pitchFamily="34" charset="-128"/>
              <a:cs typeface="Consolas" panose="020B0609020204030204" pitchFamily="49" charset="0"/>
            </a:endParaRPr>
          </a:p>
        </p:txBody>
      </p:sp>
      <p:sp>
        <p:nvSpPr>
          <p:cNvPr id="46" name="テキスト ボックス 45">
            <a:extLst>
              <a:ext uri="{FF2B5EF4-FFF2-40B4-BE49-F238E27FC236}">
                <a16:creationId xmlns:a16="http://schemas.microsoft.com/office/drawing/2014/main" id="{FFA391AC-C0E8-3151-1E89-190E9CCD6399}"/>
              </a:ext>
            </a:extLst>
          </p:cNvPr>
          <p:cNvSpPr txBox="1"/>
          <p:nvPr/>
        </p:nvSpPr>
        <p:spPr>
          <a:xfrm>
            <a:off x="5442913" y="1786945"/>
            <a:ext cx="1204176" cy="461665"/>
          </a:xfrm>
          <a:prstGeom prst="rect">
            <a:avLst/>
          </a:prstGeom>
          <a:noFill/>
        </p:spPr>
        <p:txBody>
          <a:bodyPr wrap="none" rtlCol="0">
            <a:spAutoFit/>
          </a:bodyPr>
          <a:lstStyle/>
          <a:p>
            <a:pPr algn="l"/>
            <a:r>
              <a:rPr kumimoji="1" lang="en-US" altLang="ja-JP" sz="1200" i="1" dirty="0">
                <a:latin typeface="Times New Roman" panose="02020603050405020304" pitchFamily="18" charset="0"/>
                <a:ea typeface="Meiryo" panose="020B0604030504040204" pitchFamily="34" charset="-128"/>
                <a:cs typeface="Times New Roman" panose="02020603050405020304" pitchFamily="18" charset="0"/>
              </a:rPr>
              <a:t>your</a:t>
            </a:r>
            <a:r>
              <a:rPr kumimoji="1" lang="en-US" altLang="ja-JP" sz="1200" dirty="0">
                <a:latin typeface="Consolas" panose="020B0609020204030204" pitchFamily="49" charset="0"/>
                <a:ea typeface="Meiryo" panose="020B0604030504040204" pitchFamily="34" charset="-128"/>
                <a:cs typeface="Consolas" panose="020B0609020204030204" pitchFamily="49" charset="0"/>
              </a:rPr>
              <a:t>/</a:t>
            </a:r>
          </a:p>
          <a:p>
            <a:pPr algn="l"/>
            <a:r>
              <a:rPr kumimoji="1" lang="en-US" altLang="ja-JP" sz="1200" dirty="0">
                <a:latin typeface="Consolas" panose="020B0609020204030204" pitchFamily="49" charset="0"/>
                <a:ea typeface="Meiryo" panose="020B0604030504040204" pitchFamily="34" charset="-128"/>
                <a:cs typeface="Consolas" panose="020B0609020204030204" pitchFamily="49" charset="0"/>
              </a:rPr>
              <a:t>welfare-time</a:t>
            </a:r>
            <a:endParaRPr kumimoji="1" lang="ja-JP" altLang="en-US" sz="1200">
              <a:latin typeface="Consolas" panose="020B0609020204030204" pitchFamily="49" charset="0"/>
              <a:ea typeface="Meiryo" panose="020B0604030504040204" pitchFamily="34" charset="-128"/>
              <a:cs typeface="Consolas" panose="020B0609020204030204" pitchFamily="49" charset="0"/>
            </a:endParaRPr>
          </a:p>
        </p:txBody>
      </p:sp>
      <p:sp>
        <p:nvSpPr>
          <p:cNvPr id="47" name="テキスト ボックス 46">
            <a:extLst>
              <a:ext uri="{FF2B5EF4-FFF2-40B4-BE49-F238E27FC236}">
                <a16:creationId xmlns:a16="http://schemas.microsoft.com/office/drawing/2014/main" id="{A5AEE491-E9FF-0FA9-6957-588943089ADC}"/>
              </a:ext>
            </a:extLst>
          </p:cNvPr>
          <p:cNvSpPr txBox="1"/>
          <p:nvPr/>
        </p:nvSpPr>
        <p:spPr>
          <a:xfrm>
            <a:off x="4596855" y="3183055"/>
            <a:ext cx="1185196" cy="276999"/>
          </a:xfrm>
          <a:prstGeom prst="rect">
            <a:avLst/>
          </a:prstGeom>
          <a:noFill/>
          <a:ln>
            <a:noFill/>
          </a:ln>
        </p:spPr>
        <p:txBody>
          <a:bodyPr wrap="none" rtlCol="0">
            <a:spAutoFit/>
          </a:bodyPr>
          <a:lstStyle/>
          <a:p>
            <a:r>
              <a:rPr kumimoji="1" lang="en-US" altLang="ja-JP" sz="1200" dirty="0">
                <a:latin typeface="Meiryo" panose="020B0604030504040204" pitchFamily="34" charset="-128"/>
                <a:ea typeface="Meiryo" panose="020B0604030504040204" pitchFamily="34" charset="-128"/>
              </a:rPr>
              <a:t>2-1. Fork</a:t>
            </a:r>
            <a:r>
              <a:rPr kumimoji="1" lang="ja-JP" altLang="en-US" sz="1200">
                <a:latin typeface="Meiryo" panose="020B0604030504040204" pitchFamily="34" charset="-128"/>
                <a:ea typeface="Meiryo" panose="020B0604030504040204" pitchFamily="34" charset="-128"/>
              </a:rPr>
              <a:t>する</a:t>
            </a:r>
          </a:p>
        </p:txBody>
      </p:sp>
      <p:sp>
        <p:nvSpPr>
          <p:cNvPr id="48" name="正方形/長方形 47">
            <a:extLst>
              <a:ext uri="{FF2B5EF4-FFF2-40B4-BE49-F238E27FC236}">
                <a16:creationId xmlns:a16="http://schemas.microsoft.com/office/drawing/2014/main" id="{C4DD241B-FCC5-056C-1488-9B88B5607784}"/>
              </a:ext>
            </a:extLst>
          </p:cNvPr>
          <p:cNvSpPr/>
          <p:nvPr/>
        </p:nvSpPr>
        <p:spPr>
          <a:xfrm>
            <a:off x="2534597" y="3732645"/>
            <a:ext cx="108000" cy="3600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9" name="直線矢印コネクタ 48">
            <a:extLst>
              <a:ext uri="{FF2B5EF4-FFF2-40B4-BE49-F238E27FC236}">
                <a16:creationId xmlns:a16="http://schemas.microsoft.com/office/drawing/2014/main" id="{1DDD2626-F25E-D84A-1681-6FF5EEBFDBDC}"/>
              </a:ext>
            </a:extLst>
          </p:cNvPr>
          <p:cNvCxnSpPr>
            <a:cxnSpLocks/>
          </p:cNvCxnSpPr>
          <p:nvPr/>
        </p:nvCxnSpPr>
        <p:spPr>
          <a:xfrm>
            <a:off x="988872" y="3769309"/>
            <a:ext cx="1548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BD7A617A-815C-F237-A4C6-987085CB1D5F}"/>
              </a:ext>
            </a:extLst>
          </p:cNvPr>
          <p:cNvSpPr txBox="1"/>
          <p:nvPr/>
        </p:nvSpPr>
        <p:spPr>
          <a:xfrm>
            <a:off x="982200" y="3818000"/>
            <a:ext cx="1112804" cy="276999"/>
          </a:xfrm>
          <a:prstGeom prst="rect">
            <a:avLst/>
          </a:prstGeom>
          <a:noFill/>
          <a:ln>
            <a:noFill/>
          </a:ln>
        </p:spPr>
        <p:txBody>
          <a:bodyPr wrap="none" rtlCol="0">
            <a:spAutoFit/>
          </a:bodyPr>
          <a:lstStyle/>
          <a:p>
            <a:r>
              <a:rPr kumimoji="1" lang="en-US" altLang="ja-JP" sz="1200" dirty="0">
                <a:latin typeface="Meiryo" panose="020B0604030504040204" pitchFamily="34" charset="-128"/>
                <a:ea typeface="Meiryo" panose="020B0604030504040204" pitchFamily="34" charset="-128"/>
              </a:rPr>
              <a:t>3. Clone</a:t>
            </a:r>
            <a:r>
              <a:rPr kumimoji="1" lang="ja-JP" altLang="en-US" sz="1200">
                <a:latin typeface="Meiryo" panose="020B0604030504040204" pitchFamily="34" charset="-128"/>
                <a:ea typeface="Meiryo" panose="020B0604030504040204" pitchFamily="34" charset="-128"/>
              </a:rPr>
              <a:t>する</a:t>
            </a:r>
          </a:p>
        </p:txBody>
      </p:sp>
      <p:sp>
        <p:nvSpPr>
          <p:cNvPr id="51" name="正方形/長方形 50">
            <a:extLst>
              <a:ext uri="{FF2B5EF4-FFF2-40B4-BE49-F238E27FC236}">
                <a16:creationId xmlns:a16="http://schemas.microsoft.com/office/drawing/2014/main" id="{17A8E3DA-233C-54D1-BB05-F9D3A0A4DECF}"/>
              </a:ext>
            </a:extLst>
          </p:cNvPr>
          <p:cNvSpPr/>
          <p:nvPr/>
        </p:nvSpPr>
        <p:spPr>
          <a:xfrm>
            <a:off x="6045001" y="3768645"/>
            <a:ext cx="108000" cy="2880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テキスト ボックス 53">
            <a:extLst>
              <a:ext uri="{FF2B5EF4-FFF2-40B4-BE49-F238E27FC236}">
                <a16:creationId xmlns:a16="http://schemas.microsoft.com/office/drawing/2014/main" id="{2A00B849-201C-1CA6-6846-C1537F4EA020}"/>
              </a:ext>
            </a:extLst>
          </p:cNvPr>
          <p:cNvSpPr txBox="1"/>
          <p:nvPr/>
        </p:nvSpPr>
        <p:spPr>
          <a:xfrm>
            <a:off x="2113746" y="1786945"/>
            <a:ext cx="954107" cy="461665"/>
          </a:xfrm>
          <a:prstGeom prst="rect">
            <a:avLst/>
          </a:prstGeom>
          <a:noFill/>
        </p:spPr>
        <p:txBody>
          <a:bodyPr wrap="none" rtlCol="0">
            <a:spAutoFit/>
          </a:bodyPr>
          <a:lstStyle/>
          <a:p>
            <a:pPr algn="ctr"/>
            <a:r>
              <a:rPr kumimoji="1" lang="ja-JP" altLang="en-US" sz="1200">
                <a:latin typeface="Consolas" panose="020B0609020204030204" pitchFamily="49" charset="0"/>
                <a:ea typeface="Meiryo" panose="020B0604030504040204" pitchFamily="34" charset="-128"/>
                <a:cs typeface="Consolas" panose="020B0609020204030204" pitchFamily="49" charset="0"/>
              </a:rPr>
              <a:t>ローカル</a:t>
            </a:r>
            <a:endParaRPr kumimoji="1" lang="en-US" altLang="ja-JP" sz="1200" dirty="0">
              <a:latin typeface="Consolas" panose="020B0609020204030204" pitchFamily="49" charset="0"/>
              <a:ea typeface="Meiryo" panose="020B0604030504040204" pitchFamily="34" charset="-128"/>
              <a:cs typeface="Consolas" panose="020B0609020204030204" pitchFamily="49" charset="0"/>
            </a:endParaRPr>
          </a:p>
          <a:p>
            <a:pPr algn="ctr"/>
            <a:r>
              <a:rPr kumimoji="1" lang="ja-JP" altLang="en-US" sz="1200">
                <a:latin typeface="Consolas" panose="020B0609020204030204" pitchFamily="49" charset="0"/>
                <a:ea typeface="Meiryo" panose="020B0604030504040204" pitchFamily="34" charset="-128"/>
                <a:cs typeface="Consolas" panose="020B0609020204030204" pitchFamily="49" charset="0"/>
              </a:rPr>
              <a:t>リポジトリ</a:t>
            </a:r>
          </a:p>
        </p:txBody>
      </p:sp>
      <p:sp>
        <p:nvSpPr>
          <p:cNvPr id="56" name="テキスト ボックス 55">
            <a:extLst>
              <a:ext uri="{FF2B5EF4-FFF2-40B4-BE49-F238E27FC236}">
                <a16:creationId xmlns:a16="http://schemas.microsoft.com/office/drawing/2014/main" id="{5402937D-DD1B-3B6F-E520-B23E2EEFE0EF}"/>
              </a:ext>
            </a:extLst>
          </p:cNvPr>
          <p:cNvSpPr txBox="1"/>
          <p:nvPr/>
        </p:nvSpPr>
        <p:spPr>
          <a:xfrm>
            <a:off x="982200" y="4260638"/>
            <a:ext cx="1465465" cy="276999"/>
          </a:xfrm>
          <a:prstGeom prst="rect">
            <a:avLst/>
          </a:prstGeom>
          <a:noFill/>
          <a:ln>
            <a:noFill/>
          </a:ln>
        </p:spPr>
        <p:txBody>
          <a:bodyPr wrap="none" rtlCol="0">
            <a:spAutoFit/>
          </a:bodyPr>
          <a:lstStyle/>
          <a:p>
            <a:r>
              <a:rPr kumimoji="1" lang="en-US" altLang="ja-JP" sz="1200" dirty="0">
                <a:latin typeface="Meiryo" panose="020B0604030504040204" pitchFamily="34" charset="-128"/>
                <a:ea typeface="Meiryo" panose="020B0604030504040204" pitchFamily="34" charset="-128"/>
              </a:rPr>
              <a:t>4. </a:t>
            </a:r>
            <a:r>
              <a:rPr kumimoji="1" lang="ja-JP" altLang="en-US" sz="1200">
                <a:latin typeface="Meiryo" panose="020B0604030504040204" pitchFamily="34" charset="-128"/>
                <a:ea typeface="Meiryo" panose="020B0604030504040204" pitchFamily="34" charset="-128"/>
              </a:rPr>
              <a:t>ブランチを作る</a:t>
            </a:r>
          </a:p>
        </p:txBody>
      </p:sp>
      <p:sp>
        <p:nvSpPr>
          <p:cNvPr id="3" name="テキスト ボックス 2">
            <a:extLst>
              <a:ext uri="{FF2B5EF4-FFF2-40B4-BE49-F238E27FC236}">
                <a16:creationId xmlns:a16="http://schemas.microsoft.com/office/drawing/2014/main" id="{5B952A3D-3654-4426-EFEF-BB64313D9A07}"/>
              </a:ext>
            </a:extLst>
          </p:cNvPr>
          <p:cNvSpPr txBox="1"/>
          <p:nvPr/>
        </p:nvSpPr>
        <p:spPr>
          <a:xfrm>
            <a:off x="982200" y="4703276"/>
            <a:ext cx="1003801" cy="276999"/>
          </a:xfrm>
          <a:prstGeom prst="rect">
            <a:avLst/>
          </a:prstGeom>
          <a:noFill/>
          <a:ln>
            <a:noFill/>
          </a:ln>
        </p:spPr>
        <p:txBody>
          <a:bodyPr wrap="none" rtlCol="0">
            <a:spAutoFit/>
          </a:bodyPr>
          <a:lstStyle/>
          <a:p>
            <a:r>
              <a:rPr kumimoji="1" lang="en-US" altLang="ja-JP" sz="1200" dirty="0">
                <a:latin typeface="Meiryo" panose="020B0604030504040204" pitchFamily="34" charset="-128"/>
                <a:ea typeface="Meiryo" panose="020B0604030504040204" pitchFamily="34" charset="-128"/>
              </a:rPr>
              <a:t>5. </a:t>
            </a:r>
            <a:r>
              <a:rPr kumimoji="1" lang="ja-JP" altLang="en-US" sz="1200">
                <a:latin typeface="Meiryo" panose="020B0604030504040204" pitchFamily="34" charset="-128"/>
                <a:ea typeface="Meiryo" panose="020B0604030504040204" pitchFamily="34" charset="-128"/>
              </a:rPr>
              <a:t>修正する</a:t>
            </a:r>
          </a:p>
        </p:txBody>
      </p:sp>
      <p:sp>
        <p:nvSpPr>
          <p:cNvPr id="4" name="テキスト ボックス 3">
            <a:extLst>
              <a:ext uri="{FF2B5EF4-FFF2-40B4-BE49-F238E27FC236}">
                <a16:creationId xmlns:a16="http://schemas.microsoft.com/office/drawing/2014/main" id="{331419B8-5CA3-1E8D-CB65-7299C9AD25A9}"/>
              </a:ext>
            </a:extLst>
          </p:cNvPr>
          <p:cNvSpPr txBox="1"/>
          <p:nvPr/>
        </p:nvSpPr>
        <p:spPr>
          <a:xfrm>
            <a:off x="982200" y="5145914"/>
            <a:ext cx="1311578" cy="276999"/>
          </a:xfrm>
          <a:prstGeom prst="rect">
            <a:avLst/>
          </a:prstGeom>
          <a:noFill/>
          <a:ln>
            <a:noFill/>
          </a:ln>
        </p:spPr>
        <p:txBody>
          <a:bodyPr wrap="none" rtlCol="0">
            <a:spAutoFit/>
          </a:bodyPr>
          <a:lstStyle/>
          <a:p>
            <a:r>
              <a:rPr kumimoji="1" lang="en-US" altLang="ja-JP" sz="1200" dirty="0">
                <a:latin typeface="Meiryo" panose="020B0604030504040204" pitchFamily="34" charset="-128"/>
                <a:ea typeface="Meiryo" panose="020B0604030504040204" pitchFamily="34" charset="-128"/>
              </a:rPr>
              <a:t>6. </a:t>
            </a:r>
            <a:r>
              <a:rPr kumimoji="1" lang="ja-JP" altLang="en-US" sz="1200">
                <a:latin typeface="Meiryo" panose="020B0604030504040204" pitchFamily="34" charset="-128"/>
                <a:ea typeface="Meiryo" panose="020B0604030504040204" pitchFamily="34" charset="-128"/>
              </a:rPr>
              <a:t>コミットする</a:t>
            </a:r>
          </a:p>
        </p:txBody>
      </p:sp>
      <p:sp>
        <p:nvSpPr>
          <p:cNvPr id="8" name="テキスト ボックス 7">
            <a:extLst>
              <a:ext uri="{FF2B5EF4-FFF2-40B4-BE49-F238E27FC236}">
                <a16:creationId xmlns:a16="http://schemas.microsoft.com/office/drawing/2014/main" id="{EE7DD1B0-98B1-7E35-4CE4-66AAFA2BCC5C}"/>
              </a:ext>
            </a:extLst>
          </p:cNvPr>
          <p:cNvSpPr txBox="1"/>
          <p:nvPr/>
        </p:nvSpPr>
        <p:spPr>
          <a:xfrm>
            <a:off x="982200" y="5588552"/>
            <a:ext cx="1053494" cy="276999"/>
          </a:xfrm>
          <a:prstGeom prst="rect">
            <a:avLst/>
          </a:prstGeom>
          <a:noFill/>
          <a:ln>
            <a:noFill/>
          </a:ln>
        </p:spPr>
        <p:txBody>
          <a:bodyPr wrap="none" rtlCol="0">
            <a:spAutoFit/>
          </a:bodyPr>
          <a:lstStyle/>
          <a:p>
            <a:r>
              <a:rPr kumimoji="1" lang="en-US" altLang="ja-JP" sz="1200" dirty="0">
                <a:latin typeface="Meiryo" panose="020B0604030504040204" pitchFamily="34" charset="-128"/>
                <a:ea typeface="Meiryo" panose="020B0604030504040204" pitchFamily="34" charset="-128"/>
              </a:rPr>
              <a:t>7. Push</a:t>
            </a:r>
            <a:r>
              <a:rPr kumimoji="1" lang="ja-JP" altLang="en-US" sz="1200">
                <a:latin typeface="Meiryo" panose="020B0604030504040204" pitchFamily="34" charset="-128"/>
                <a:ea typeface="Meiryo" panose="020B0604030504040204" pitchFamily="34" charset="-128"/>
              </a:rPr>
              <a:t>する</a:t>
            </a:r>
          </a:p>
        </p:txBody>
      </p:sp>
      <p:sp>
        <p:nvSpPr>
          <p:cNvPr id="11" name="テキスト ボックス 10">
            <a:extLst>
              <a:ext uri="{FF2B5EF4-FFF2-40B4-BE49-F238E27FC236}">
                <a16:creationId xmlns:a16="http://schemas.microsoft.com/office/drawing/2014/main" id="{D9BDCAD7-BF13-8C58-965E-4E443C356430}"/>
              </a:ext>
            </a:extLst>
          </p:cNvPr>
          <p:cNvSpPr txBox="1"/>
          <p:nvPr/>
        </p:nvSpPr>
        <p:spPr>
          <a:xfrm>
            <a:off x="982200" y="6031192"/>
            <a:ext cx="1354858" cy="276999"/>
          </a:xfrm>
          <a:prstGeom prst="rect">
            <a:avLst/>
          </a:prstGeom>
          <a:noFill/>
          <a:ln>
            <a:noFill/>
          </a:ln>
        </p:spPr>
        <p:txBody>
          <a:bodyPr wrap="none" rtlCol="0">
            <a:spAutoFit/>
          </a:bodyPr>
          <a:lstStyle/>
          <a:p>
            <a:r>
              <a:rPr kumimoji="1" lang="en-US" altLang="ja-JP" sz="1200" dirty="0">
                <a:latin typeface="Meiryo" panose="020B0604030504040204" pitchFamily="34" charset="-128"/>
                <a:ea typeface="Meiryo" panose="020B0604030504040204" pitchFamily="34" charset="-128"/>
              </a:rPr>
              <a:t>8. PR</a:t>
            </a:r>
            <a:r>
              <a:rPr kumimoji="1" lang="ja-JP" altLang="en-US" sz="1200">
                <a:latin typeface="Meiryo" panose="020B0604030504040204" pitchFamily="34" charset="-128"/>
                <a:ea typeface="Meiryo" panose="020B0604030504040204" pitchFamily="34" charset="-128"/>
              </a:rPr>
              <a:t>を作成する</a:t>
            </a:r>
          </a:p>
        </p:txBody>
      </p:sp>
      <p:cxnSp>
        <p:nvCxnSpPr>
          <p:cNvPr id="15" name="直線矢印コネクタ 14">
            <a:extLst>
              <a:ext uri="{FF2B5EF4-FFF2-40B4-BE49-F238E27FC236}">
                <a16:creationId xmlns:a16="http://schemas.microsoft.com/office/drawing/2014/main" id="{909CAD80-E732-F136-4126-E37DC0E8B4FC}"/>
              </a:ext>
            </a:extLst>
          </p:cNvPr>
          <p:cNvCxnSpPr>
            <a:cxnSpLocks/>
            <a:endCxn id="51" idx="1"/>
          </p:cNvCxnSpPr>
          <p:nvPr/>
        </p:nvCxnSpPr>
        <p:spPr>
          <a:xfrm>
            <a:off x="2649725" y="3838262"/>
            <a:ext cx="339527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49BF8906-A528-CBC7-1329-52A29EE98733}"/>
              </a:ext>
            </a:extLst>
          </p:cNvPr>
          <p:cNvSpPr txBox="1"/>
          <p:nvPr/>
        </p:nvSpPr>
        <p:spPr>
          <a:xfrm>
            <a:off x="2842267" y="3630145"/>
            <a:ext cx="1276311" cy="276999"/>
          </a:xfrm>
          <a:prstGeom prst="rect">
            <a:avLst/>
          </a:prstGeom>
          <a:noFill/>
          <a:ln>
            <a:noFill/>
          </a:ln>
        </p:spPr>
        <p:txBody>
          <a:bodyPr wrap="none" rtlCol="0">
            <a:spAutoFit/>
          </a:bodyPr>
          <a:lstStyle/>
          <a:p>
            <a:r>
              <a:rPr lang="en-US" altLang="ja-JP" sz="1200" dirty="0">
                <a:latin typeface="Meiryo" panose="020B0604030504040204" pitchFamily="34" charset="-128"/>
                <a:ea typeface="Meiryo" panose="020B0604030504040204" pitchFamily="34" charset="-128"/>
              </a:rPr>
              <a:t>3</a:t>
            </a:r>
            <a:r>
              <a:rPr kumimoji="1" lang="en-US" altLang="ja-JP" sz="1200" dirty="0">
                <a:latin typeface="Meiryo" panose="020B0604030504040204" pitchFamily="34" charset="-128"/>
                <a:ea typeface="Meiryo" panose="020B0604030504040204" pitchFamily="34" charset="-128"/>
              </a:rPr>
              <a:t>-1. Clone</a:t>
            </a:r>
            <a:r>
              <a:rPr kumimoji="1" lang="ja-JP" altLang="en-US" sz="1200">
                <a:latin typeface="Meiryo" panose="020B0604030504040204" pitchFamily="34" charset="-128"/>
                <a:ea typeface="Meiryo" panose="020B0604030504040204" pitchFamily="34" charset="-128"/>
              </a:rPr>
              <a:t>する</a:t>
            </a:r>
          </a:p>
        </p:txBody>
      </p:sp>
      <p:sp>
        <p:nvSpPr>
          <p:cNvPr id="18" name="正方形/長方形 17">
            <a:extLst>
              <a:ext uri="{FF2B5EF4-FFF2-40B4-BE49-F238E27FC236}">
                <a16:creationId xmlns:a16="http://schemas.microsoft.com/office/drawing/2014/main" id="{25FF4B24-40D0-07BA-970C-B0E516FB5D33}"/>
              </a:ext>
            </a:extLst>
          </p:cNvPr>
          <p:cNvSpPr/>
          <p:nvPr/>
        </p:nvSpPr>
        <p:spPr>
          <a:xfrm>
            <a:off x="2534597" y="4189846"/>
            <a:ext cx="108000" cy="3600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直線矢印コネクタ 19">
            <a:extLst>
              <a:ext uri="{FF2B5EF4-FFF2-40B4-BE49-F238E27FC236}">
                <a16:creationId xmlns:a16="http://schemas.microsoft.com/office/drawing/2014/main" id="{244ED6B0-99D5-8145-6B72-B41B1D6FDB1D}"/>
              </a:ext>
            </a:extLst>
          </p:cNvPr>
          <p:cNvCxnSpPr>
            <a:cxnSpLocks/>
          </p:cNvCxnSpPr>
          <p:nvPr/>
        </p:nvCxnSpPr>
        <p:spPr>
          <a:xfrm>
            <a:off x="993225" y="4226510"/>
            <a:ext cx="1548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a:extLst>
              <a:ext uri="{FF2B5EF4-FFF2-40B4-BE49-F238E27FC236}">
                <a16:creationId xmlns:a16="http://schemas.microsoft.com/office/drawing/2014/main" id="{FC450DA9-D71C-539A-D472-B6832DF0593E}"/>
              </a:ext>
            </a:extLst>
          </p:cNvPr>
          <p:cNvSpPr/>
          <p:nvPr/>
        </p:nvSpPr>
        <p:spPr>
          <a:xfrm>
            <a:off x="2534597" y="4638291"/>
            <a:ext cx="108000" cy="3600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5" name="直線矢印コネクタ 24">
            <a:extLst>
              <a:ext uri="{FF2B5EF4-FFF2-40B4-BE49-F238E27FC236}">
                <a16:creationId xmlns:a16="http://schemas.microsoft.com/office/drawing/2014/main" id="{B3CFE0EE-EBCA-0380-AFDC-BA1714BCDD42}"/>
              </a:ext>
            </a:extLst>
          </p:cNvPr>
          <p:cNvCxnSpPr>
            <a:cxnSpLocks/>
          </p:cNvCxnSpPr>
          <p:nvPr/>
        </p:nvCxnSpPr>
        <p:spPr>
          <a:xfrm>
            <a:off x="993225" y="4674955"/>
            <a:ext cx="1548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038CB5EE-74E3-A3F8-BC41-8C6538BA25F1}"/>
              </a:ext>
            </a:extLst>
          </p:cNvPr>
          <p:cNvCxnSpPr>
            <a:cxnSpLocks/>
          </p:cNvCxnSpPr>
          <p:nvPr/>
        </p:nvCxnSpPr>
        <p:spPr>
          <a:xfrm>
            <a:off x="2634501" y="4754890"/>
            <a:ext cx="12700" cy="134192"/>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テキスト ボックス 62">
            <a:extLst>
              <a:ext uri="{FF2B5EF4-FFF2-40B4-BE49-F238E27FC236}">
                <a16:creationId xmlns:a16="http://schemas.microsoft.com/office/drawing/2014/main" id="{6F128F46-223C-8E45-01C3-4F8CBD06D61A}"/>
              </a:ext>
            </a:extLst>
          </p:cNvPr>
          <p:cNvSpPr txBox="1"/>
          <p:nvPr/>
        </p:nvSpPr>
        <p:spPr>
          <a:xfrm>
            <a:off x="2862522" y="4630638"/>
            <a:ext cx="1167307" cy="276999"/>
          </a:xfrm>
          <a:prstGeom prst="rect">
            <a:avLst/>
          </a:prstGeom>
          <a:noFill/>
          <a:ln>
            <a:noFill/>
          </a:ln>
        </p:spPr>
        <p:txBody>
          <a:bodyPr wrap="none" rtlCol="0">
            <a:spAutoFit/>
          </a:bodyPr>
          <a:lstStyle/>
          <a:p>
            <a:r>
              <a:rPr kumimoji="1" lang="en-US" altLang="ja-JP" sz="1200" dirty="0">
                <a:latin typeface="Meiryo" panose="020B0604030504040204" pitchFamily="34" charset="-128"/>
                <a:ea typeface="Meiryo" panose="020B0604030504040204" pitchFamily="34" charset="-128"/>
              </a:rPr>
              <a:t>5-1. </a:t>
            </a:r>
            <a:r>
              <a:rPr kumimoji="1" lang="ja-JP" altLang="en-US" sz="1200">
                <a:latin typeface="Meiryo" panose="020B0604030504040204" pitchFamily="34" charset="-128"/>
                <a:ea typeface="Meiryo" panose="020B0604030504040204" pitchFamily="34" charset="-128"/>
              </a:rPr>
              <a:t>修正する</a:t>
            </a:r>
          </a:p>
        </p:txBody>
      </p:sp>
      <p:sp>
        <p:nvSpPr>
          <p:cNvPr id="64" name="正方形/長方形 63">
            <a:extLst>
              <a:ext uri="{FF2B5EF4-FFF2-40B4-BE49-F238E27FC236}">
                <a16:creationId xmlns:a16="http://schemas.microsoft.com/office/drawing/2014/main" id="{BA143FCD-6E9A-6D3F-65A4-9494050CDBF5}"/>
              </a:ext>
            </a:extLst>
          </p:cNvPr>
          <p:cNvSpPr/>
          <p:nvPr/>
        </p:nvSpPr>
        <p:spPr>
          <a:xfrm>
            <a:off x="2533800" y="5100993"/>
            <a:ext cx="108000" cy="3600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5" name="直線矢印コネクタ 64">
            <a:extLst>
              <a:ext uri="{FF2B5EF4-FFF2-40B4-BE49-F238E27FC236}">
                <a16:creationId xmlns:a16="http://schemas.microsoft.com/office/drawing/2014/main" id="{8BBE77E1-BA36-D763-C867-CAE55931CAF4}"/>
              </a:ext>
            </a:extLst>
          </p:cNvPr>
          <p:cNvCxnSpPr>
            <a:cxnSpLocks/>
          </p:cNvCxnSpPr>
          <p:nvPr/>
        </p:nvCxnSpPr>
        <p:spPr>
          <a:xfrm>
            <a:off x="992428" y="5137657"/>
            <a:ext cx="1548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AEEE7D3E-A5F4-D642-B18F-62CFCF2E81FD}"/>
              </a:ext>
            </a:extLst>
          </p:cNvPr>
          <p:cNvSpPr/>
          <p:nvPr/>
        </p:nvSpPr>
        <p:spPr>
          <a:xfrm>
            <a:off x="2536121" y="5534909"/>
            <a:ext cx="108000" cy="3600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7" name="直線矢印コネクタ 66">
            <a:extLst>
              <a:ext uri="{FF2B5EF4-FFF2-40B4-BE49-F238E27FC236}">
                <a16:creationId xmlns:a16="http://schemas.microsoft.com/office/drawing/2014/main" id="{F39119D7-2A61-3BF8-2D63-C5EC40ED3B90}"/>
              </a:ext>
            </a:extLst>
          </p:cNvPr>
          <p:cNvCxnSpPr>
            <a:cxnSpLocks/>
          </p:cNvCxnSpPr>
          <p:nvPr/>
        </p:nvCxnSpPr>
        <p:spPr>
          <a:xfrm>
            <a:off x="994749" y="5571573"/>
            <a:ext cx="1548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正方形/長方形 67">
            <a:extLst>
              <a:ext uri="{FF2B5EF4-FFF2-40B4-BE49-F238E27FC236}">
                <a16:creationId xmlns:a16="http://schemas.microsoft.com/office/drawing/2014/main" id="{430FDCED-236E-2D56-A956-2C10E24EEFCD}"/>
              </a:ext>
            </a:extLst>
          </p:cNvPr>
          <p:cNvSpPr/>
          <p:nvPr/>
        </p:nvSpPr>
        <p:spPr>
          <a:xfrm>
            <a:off x="6041038" y="5571573"/>
            <a:ext cx="108000" cy="2880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9" name="直線矢印コネクタ 68">
            <a:extLst>
              <a:ext uri="{FF2B5EF4-FFF2-40B4-BE49-F238E27FC236}">
                <a16:creationId xmlns:a16="http://schemas.microsoft.com/office/drawing/2014/main" id="{7BA9579F-1B96-88FC-EC67-8D60336D0CAD}"/>
              </a:ext>
            </a:extLst>
          </p:cNvPr>
          <p:cNvCxnSpPr>
            <a:cxnSpLocks/>
            <a:endCxn id="68" idx="1"/>
          </p:cNvCxnSpPr>
          <p:nvPr/>
        </p:nvCxnSpPr>
        <p:spPr>
          <a:xfrm>
            <a:off x="2645762" y="5641190"/>
            <a:ext cx="339527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0" name="正方形/長方形 69">
            <a:extLst>
              <a:ext uri="{FF2B5EF4-FFF2-40B4-BE49-F238E27FC236}">
                <a16:creationId xmlns:a16="http://schemas.microsoft.com/office/drawing/2014/main" id="{E8E00169-799C-D7CE-03E0-A79B48B080D1}"/>
              </a:ext>
            </a:extLst>
          </p:cNvPr>
          <p:cNvSpPr/>
          <p:nvPr/>
        </p:nvSpPr>
        <p:spPr>
          <a:xfrm>
            <a:off x="6037645" y="5984365"/>
            <a:ext cx="108000" cy="3600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1" name="直線矢印コネクタ 70">
            <a:extLst>
              <a:ext uri="{FF2B5EF4-FFF2-40B4-BE49-F238E27FC236}">
                <a16:creationId xmlns:a16="http://schemas.microsoft.com/office/drawing/2014/main" id="{09E0524D-AEA5-97D1-A087-F1FA1BDD0356}"/>
              </a:ext>
            </a:extLst>
          </p:cNvPr>
          <p:cNvCxnSpPr>
            <a:cxnSpLocks/>
          </p:cNvCxnSpPr>
          <p:nvPr/>
        </p:nvCxnSpPr>
        <p:spPr>
          <a:xfrm>
            <a:off x="992428" y="6004218"/>
            <a:ext cx="504521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3" name="正方形/長方形 72">
            <a:extLst>
              <a:ext uri="{FF2B5EF4-FFF2-40B4-BE49-F238E27FC236}">
                <a16:creationId xmlns:a16="http://schemas.microsoft.com/office/drawing/2014/main" id="{84B26591-EFE6-77C1-DCE3-6962C98C24D1}"/>
              </a:ext>
            </a:extLst>
          </p:cNvPr>
          <p:cNvSpPr/>
          <p:nvPr/>
        </p:nvSpPr>
        <p:spPr>
          <a:xfrm>
            <a:off x="4289400" y="6020365"/>
            <a:ext cx="108000" cy="2880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4" name="直線矢印コネクタ 73">
            <a:extLst>
              <a:ext uri="{FF2B5EF4-FFF2-40B4-BE49-F238E27FC236}">
                <a16:creationId xmlns:a16="http://schemas.microsoft.com/office/drawing/2014/main" id="{C7F9675F-EABC-D709-28A3-36228DFA49FD}"/>
              </a:ext>
            </a:extLst>
          </p:cNvPr>
          <p:cNvCxnSpPr>
            <a:cxnSpLocks/>
          </p:cNvCxnSpPr>
          <p:nvPr/>
        </p:nvCxnSpPr>
        <p:spPr>
          <a:xfrm flipH="1">
            <a:off x="4397400" y="6068566"/>
            <a:ext cx="164024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7" name="テキスト ボックス 76">
            <a:extLst>
              <a:ext uri="{FF2B5EF4-FFF2-40B4-BE49-F238E27FC236}">
                <a16:creationId xmlns:a16="http://schemas.microsoft.com/office/drawing/2014/main" id="{758652D9-D9EB-03E5-47D7-3FFB9B88D06F}"/>
              </a:ext>
            </a:extLst>
          </p:cNvPr>
          <p:cNvSpPr txBox="1"/>
          <p:nvPr/>
        </p:nvSpPr>
        <p:spPr>
          <a:xfrm>
            <a:off x="4540093" y="6071673"/>
            <a:ext cx="748923" cy="276999"/>
          </a:xfrm>
          <a:prstGeom prst="rect">
            <a:avLst/>
          </a:prstGeom>
          <a:noFill/>
          <a:ln>
            <a:noFill/>
          </a:ln>
        </p:spPr>
        <p:txBody>
          <a:bodyPr wrap="none" rtlCol="0">
            <a:spAutoFit/>
          </a:bodyPr>
          <a:lstStyle/>
          <a:p>
            <a:r>
              <a:rPr kumimoji="1" lang="en-US" altLang="ja-JP" sz="1200" dirty="0">
                <a:latin typeface="Meiryo" panose="020B0604030504040204" pitchFamily="34" charset="-128"/>
                <a:ea typeface="Meiryo" panose="020B0604030504040204" pitchFamily="34" charset="-128"/>
              </a:rPr>
              <a:t>8-1. PR</a:t>
            </a:r>
            <a:endParaRPr kumimoji="1" lang="ja-JP" altLang="en-US" sz="1200">
              <a:latin typeface="Meiryo" panose="020B0604030504040204" pitchFamily="34" charset="-128"/>
              <a:ea typeface="Meiryo" panose="020B0604030504040204" pitchFamily="34" charset="-128"/>
            </a:endParaRPr>
          </a:p>
        </p:txBody>
      </p:sp>
      <p:sp>
        <p:nvSpPr>
          <p:cNvPr id="78" name="テキスト ボックス 77">
            <a:extLst>
              <a:ext uri="{FF2B5EF4-FFF2-40B4-BE49-F238E27FC236}">
                <a16:creationId xmlns:a16="http://schemas.microsoft.com/office/drawing/2014/main" id="{36FEC420-1446-727F-56E3-19D06AAAD175}"/>
              </a:ext>
            </a:extLst>
          </p:cNvPr>
          <p:cNvSpPr txBox="1"/>
          <p:nvPr/>
        </p:nvSpPr>
        <p:spPr>
          <a:xfrm>
            <a:off x="3846322" y="1560734"/>
            <a:ext cx="1015021" cy="307777"/>
          </a:xfrm>
          <a:prstGeom prst="rect">
            <a:avLst/>
          </a:prstGeom>
          <a:noFill/>
        </p:spPr>
        <p:txBody>
          <a:bodyPr wrap="none" rtlCol="0">
            <a:spAutoFit/>
          </a:bodyPr>
          <a:lstStyle/>
          <a:p>
            <a:pPr algn="l"/>
            <a:r>
              <a:rPr kumimoji="1" lang="en-US" altLang="ja-JP" sz="1400" dirty="0">
                <a:latin typeface="Meiryo" panose="020B0604030504040204" pitchFamily="34" charset="-128"/>
                <a:ea typeface="Meiryo" panose="020B0604030504040204" pitchFamily="34" charset="-128"/>
              </a:rPr>
              <a:t>upstream</a:t>
            </a:r>
            <a:endParaRPr kumimoji="1" lang="ja-JP" altLang="en-US" sz="1400">
              <a:latin typeface="Meiryo" panose="020B0604030504040204" pitchFamily="34" charset="-128"/>
              <a:ea typeface="Meiryo" panose="020B0604030504040204" pitchFamily="34" charset="-128"/>
            </a:endParaRPr>
          </a:p>
        </p:txBody>
      </p:sp>
      <p:sp>
        <p:nvSpPr>
          <p:cNvPr id="79" name="テキスト ボックス 78">
            <a:extLst>
              <a:ext uri="{FF2B5EF4-FFF2-40B4-BE49-F238E27FC236}">
                <a16:creationId xmlns:a16="http://schemas.microsoft.com/office/drawing/2014/main" id="{C547A12A-628D-9C87-33C5-43189F9A62CC}"/>
              </a:ext>
            </a:extLst>
          </p:cNvPr>
          <p:cNvSpPr txBox="1"/>
          <p:nvPr/>
        </p:nvSpPr>
        <p:spPr>
          <a:xfrm>
            <a:off x="5761407" y="1564948"/>
            <a:ext cx="675186" cy="307777"/>
          </a:xfrm>
          <a:prstGeom prst="rect">
            <a:avLst/>
          </a:prstGeom>
          <a:noFill/>
        </p:spPr>
        <p:txBody>
          <a:bodyPr wrap="none" rtlCol="0">
            <a:spAutoFit/>
          </a:bodyPr>
          <a:lstStyle/>
          <a:p>
            <a:pPr algn="ctr"/>
            <a:r>
              <a:rPr kumimoji="1" lang="en-US" altLang="ja-JP" sz="1400" dirty="0">
                <a:latin typeface="Meiryo" panose="020B0604030504040204" pitchFamily="34" charset="-128"/>
                <a:ea typeface="Meiryo" panose="020B0604030504040204" pitchFamily="34" charset="-128"/>
              </a:rPr>
              <a:t>origin</a:t>
            </a:r>
            <a:endParaRPr kumimoji="1" lang="ja-JP" altLang="en-US" sz="140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794722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2C5F4-7A60-61EF-1880-6ECD9551552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71D31DC-AEE1-72E3-AB23-EDAE3CA8FAE1}"/>
              </a:ext>
            </a:extLst>
          </p:cNvPr>
          <p:cNvSpPr>
            <a:spLocks noGrp="1"/>
          </p:cNvSpPr>
          <p:nvPr>
            <p:ph type="title"/>
          </p:nvPr>
        </p:nvSpPr>
        <p:spPr/>
        <p:txBody>
          <a:bodyPr/>
          <a:lstStyle/>
          <a:p>
            <a:r>
              <a:rPr kumimoji="1" lang="ja-JP" altLang="en-US"/>
              <a:t>目次</a:t>
            </a:r>
          </a:p>
        </p:txBody>
      </p:sp>
      <p:sp>
        <p:nvSpPr>
          <p:cNvPr id="7" name="コンテンツ プレースホルダー 6">
            <a:extLst>
              <a:ext uri="{FF2B5EF4-FFF2-40B4-BE49-F238E27FC236}">
                <a16:creationId xmlns:a16="http://schemas.microsoft.com/office/drawing/2014/main" id="{D018E3F0-09F9-E20C-96E3-397075F946E3}"/>
              </a:ext>
            </a:extLst>
          </p:cNvPr>
          <p:cNvSpPr>
            <a:spLocks noGrp="1"/>
          </p:cNvSpPr>
          <p:nvPr>
            <p:ph sz="half" idx="1"/>
          </p:nvPr>
        </p:nvSpPr>
        <p:spPr>
          <a:xfrm>
            <a:off x="838200" y="1825626"/>
            <a:ext cx="5181600" cy="3181272"/>
          </a:xfrm>
        </p:spPr>
        <p:txBody>
          <a:bodyPr>
            <a:normAutofit fontScale="85000" lnSpcReduction="10000"/>
          </a:bodyPr>
          <a:lstStyle/>
          <a:p>
            <a:pPr marL="742950" indent="-742950">
              <a:lnSpc>
                <a:spcPct val="110000"/>
              </a:lnSpc>
              <a:buFont typeface="+mj-lt"/>
              <a:buAutoNum type="arabicPeriod"/>
            </a:pPr>
            <a:r>
              <a:rPr lang="en" altLang="ja-JP" dirty="0"/>
              <a:t>OSS </a:t>
            </a:r>
            <a:r>
              <a:rPr lang="ja-JP" altLang="en-US"/>
              <a:t>開発とは</a:t>
            </a:r>
          </a:p>
          <a:p>
            <a:pPr marL="742950" indent="-742950">
              <a:lnSpc>
                <a:spcPct val="110000"/>
              </a:lnSpc>
              <a:buFont typeface="+mj-lt"/>
              <a:buAutoNum type="arabicPeriod"/>
            </a:pPr>
            <a:r>
              <a:rPr lang="ja-JP" altLang="en-US"/>
              <a:t>開発の流れ</a:t>
            </a:r>
          </a:p>
          <a:p>
            <a:pPr marL="742950" indent="-742950">
              <a:lnSpc>
                <a:spcPct val="110000"/>
              </a:lnSpc>
              <a:buFont typeface="+mj-lt"/>
              <a:buAutoNum type="arabicPeriod"/>
            </a:pPr>
            <a:r>
              <a:rPr lang="ja-JP" altLang="en-US"/>
              <a:t>プロジェクトの見方</a:t>
            </a:r>
          </a:p>
          <a:p>
            <a:pPr marL="742950" indent="-742950">
              <a:lnSpc>
                <a:spcPct val="110000"/>
              </a:lnSpc>
              <a:buFont typeface="+mj-lt"/>
              <a:buAutoNum type="arabicPeriod"/>
            </a:pPr>
            <a:r>
              <a:rPr lang="en" altLang="ja-JP" dirty="0"/>
              <a:t>Code of Conduct</a:t>
            </a:r>
          </a:p>
        </p:txBody>
      </p:sp>
      <p:sp>
        <p:nvSpPr>
          <p:cNvPr id="4" name="コンテンツ プレースホルダー 3">
            <a:extLst>
              <a:ext uri="{FF2B5EF4-FFF2-40B4-BE49-F238E27FC236}">
                <a16:creationId xmlns:a16="http://schemas.microsoft.com/office/drawing/2014/main" id="{4E83B669-66BB-D4AA-C11C-0E96BC305340}"/>
              </a:ext>
            </a:extLst>
          </p:cNvPr>
          <p:cNvSpPr>
            <a:spLocks noGrp="1"/>
          </p:cNvSpPr>
          <p:nvPr>
            <p:ph sz="half" idx="2"/>
          </p:nvPr>
        </p:nvSpPr>
        <p:spPr>
          <a:xfrm>
            <a:off x="6172199" y="1825625"/>
            <a:ext cx="5268951" cy="3861497"/>
          </a:xfrm>
        </p:spPr>
        <p:txBody>
          <a:bodyPr>
            <a:normAutofit fontScale="85000" lnSpcReduction="10000"/>
          </a:bodyPr>
          <a:lstStyle/>
          <a:p>
            <a:pPr marL="742950" indent="-742950">
              <a:lnSpc>
                <a:spcPct val="110000"/>
              </a:lnSpc>
              <a:buFont typeface="+mj-lt"/>
              <a:buAutoNum type="arabicPeriod" startAt="5"/>
            </a:pPr>
            <a:r>
              <a:rPr lang="en" altLang="ja-JP" dirty="0">
                <a:latin typeface="Meiryo"/>
              </a:rPr>
              <a:t>Issue </a:t>
            </a:r>
            <a:r>
              <a:rPr lang="ja-JP" altLang="en-US">
                <a:latin typeface="Meiryo"/>
              </a:rPr>
              <a:t>の選び方　</a:t>
            </a:r>
            <a:endParaRPr lang="en-US" altLang="ja-JP" dirty="0">
              <a:latin typeface="Meiryo"/>
            </a:endParaRPr>
          </a:p>
          <a:p>
            <a:pPr marL="742950" indent="-742950">
              <a:lnSpc>
                <a:spcPct val="110000"/>
              </a:lnSpc>
              <a:buFont typeface="+mj-lt"/>
              <a:buAutoNum type="arabicPeriod" startAt="5"/>
            </a:pPr>
            <a:r>
              <a:rPr lang="en" altLang="ja-JP" dirty="0">
                <a:latin typeface="Meiryo"/>
              </a:rPr>
              <a:t>commit </a:t>
            </a:r>
            <a:r>
              <a:rPr lang="ja-JP" altLang="en-US">
                <a:latin typeface="Meiryo"/>
              </a:rPr>
              <a:t>と </a:t>
            </a:r>
            <a:r>
              <a:rPr lang="en" altLang="ja-JP" dirty="0">
                <a:latin typeface="Meiryo"/>
              </a:rPr>
              <a:t>PR</a:t>
            </a:r>
            <a:r>
              <a:rPr lang="ja-JP" altLang="en">
                <a:latin typeface="Meiryo"/>
              </a:rPr>
              <a:t>　</a:t>
            </a:r>
            <a:endParaRPr lang="en-US" altLang="ja-JP" dirty="0">
              <a:latin typeface="Meiryo"/>
            </a:endParaRPr>
          </a:p>
          <a:p>
            <a:pPr marL="742950" indent="-742950">
              <a:lnSpc>
                <a:spcPct val="110000"/>
              </a:lnSpc>
              <a:buFont typeface="+mj-lt"/>
              <a:buAutoNum type="arabicPeriod" startAt="5"/>
            </a:pPr>
            <a:r>
              <a:rPr lang="ja-JP" altLang="en-US">
                <a:latin typeface="Meiryo"/>
              </a:rPr>
              <a:t>レビューと </a:t>
            </a:r>
            <a:r>
              <a:rPr lang="en" altLang="ja-JP" dirty="0">
                <a:latin typeface="Meiryo"/>
              </a:rPr>
              <a:t>conflict</a:t>
            </a:r>
          </a:p>
          <a:p>
            <a:pPr marL="742950" indent="-742950">
              <a:lnSpc>
                <a:spcPct val="110000"/>
              </a:lnSpc>
              <a:buFont typeface="+mj-lt"/>
              <a:buAutoNum type="arabicPeriod" startAt="5"/>
            </a:pPr>
            <a:r>
              <a:rPr lang="en" altLang="ja-JP" dirty="0">
                <a:latin typeface="Meiryo"/>
              </a:rPr>
              <a:t>AI </a:t>
            </a:r>
            <a:r>
              <a:rPr lang="ja-JP" altLang="en-US">
                <a:latin typeface="Meiryo"/>
              </a:rPr>
              <a:t>の使い方</a:t>
            </a:r>
          </a:p>
        </p:txBody>
      </p:sp>
      <p:sp>
        <p:nvSpPr>
          <p:cNvPr id="5" name="日付プレースホルダー 4">
            <a:extLst>
              <a:ext uri="{FF2B5EF4-FFF2-40B4-BE49-F238E27FC236}">
                <a16:creationId xmlns:a16="http://schemas.microsoft.com/office/drawing/2014/main" id="{896985F0-33BF-F681-7C2A-242FD6CE0E35}"/>
              </a:ext>
            </a:extLst>
          </p:cNvPr>
          <p:cNvSpPr>
            <a:spLocks noGrp="1"/>
          </p:cNvSpPr>
          <p:nvPr>
            <p:ph type="dt" sz="half" idx="10"/>
          </p:nvPr>
        </p:nvSpPr>
        <p:spPr/>
        <p:txBody>
          <a:bodyPr/>
          <a:lstStyle/>
          <a:p>
            <a:r>
              <a:rPr kumimoji="1" lang="en-US" altLang="ja-JP"/>
              <a:t>2026/10/29</a:t>
            </a:r>
            <a:endParaRPr kumimoji="1" lang="ja-JP" altLang="en-US"/>
          </a:p>
        </p:txBody>
      </p:sp>
      <p:sp>
        <p:nvSpPr>
          <p:cNvPr id="6" name="スライド番号プレースホルダー 5">
            <a:extLst>
              <a:ext uri="{FF2B5EF4-FFF2-40B4-BE49-F238E27FC236}">
                <a16:creationId xmlns:a16="http://schemas.microsoft.com/office/drawing/2014/main" id="{A7A108A8-9D39-1FAA-271A-BBF3495B27AF}"/>
              </a:ext>
            </a:extLst>
          </p:cNvPr>
          <p:cNvSpPr>
            <a:spLocks noGrp="1"/>
          </p:cNvSpPr>
          <p:nvPr>
            <p:ph type="sldNum" sz="quarter" idx="12"/>
          </p:nvPr>
        </p:nvSpPr>
        <p:spPr/>
        <p:txBody>
          <a:bodyPr/>
          <a:lstStyle/>
          <a:p>
            <a:fld id="{74E5C2EA-A201-0F41-BE6C-96A0CC88D6B3}" type="slidenum">
              <a:rPr kumimoji="1" lang="ja-JP" altLang="en-US" smtClean="0"/>
              <a:t>14</a:t>
            </a:fld>
            <a:endParaRPr kumimoji="1" lang="ja-JP" altLang="en-US"/>
          </a:p>
        </p:txBody>
      </p:sp>
      <p:sp>
        <p:nvSpPr>
          <p:cNvPr id="3" name="正方形/長方形 2">
            <a:extLst>
              <a:ext uri="{FF2B5EF4-FFF2-40B4-BE49-F238E27FC236}">
                <a16:creationId xmlns:a16="http://schemas.microsoft.com/office/drawing/2014/main" id="{B6A4A8DB-DAF4-09EB-6612-3C39B525E3CC}"/>
              </a:ext>
            </a:extLst>
          </p:cNvPr>
          <p:cNvSpPr/>
          <p:nvPr/>
        </p:nvSpPr>
        <p:spPr>
          <a:xfrm>
            <a:off x="6096000" y="1598613"/>
            <a:ext cx="5333999" cy="3181272"/>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91BEA9B7-1299-6C53-E03D-684FF1B28962}"/>
              </a:ext>
            </a:extLst>
          </p:cNvPr>
          <p:cNvSpPr/>
          <p:nvPr/>
        </p:nvSpPr>
        <p:spPr>
          <a:xfrm>
            <a:off x="723901" y="3857897"/>
            <a:ext cx="5333999" cy="921988"/>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Text Placeholder 2">
            <a:extLst>
              <a:ext uri="{FF2B5EF4-FFF2-40B4-BE49-F238E27FC236}">
                <a16:creationId xmlns:a16="http://schemas.microsoft.com/office/drawing/2014/main" id="{C3F5D53B-BEF5-895D-58A6-1753B7CD2316}"/>
              </a:ext>
            </a:extLst>
          </p:cNvPr>
          <p:cNvSpPr txBox="1">
            <a:spLocks/>
          </p:cNvSpPr>
          <p:nvPr/>
        </p:nvSpPr>
        <p:spPr>
          <a:xfrm>
            <a:off x="831850" y="4779885"/>
            <a:ext cx="10515600" cy="1309765"/>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4400" kern="1200">
                <a:solidFill>
                  <a:schemeClr val="tx1"/>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4000" kern="1200">
                <a:solidFill>
                  <a:schemeClr val="tx1"/>
                </a:solidFill>
                <a:latin typeface="Meiryo" panose="020B0604030504040204" pitchFamily="34" charset="-128"/>
                <a:ea typeface="Meiryo" panose="020B0604030504040204" pitchFamily="34"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3600" kern="1200">
                <a:solidFill>
                  <a:schemeClr val="tx1"/>
                </a:solidFill>
                <a:latin typeface="Meiryo" panose="020B0604030504040204" pitchFamily="34" charset="-128"/>
                <a:ea typeface="Meiryo" panose="020B0604030504040204" pitchFamily="34"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3200" kern="1200">
                <a:solidFill>
                  <a:schemeClr val="tx1"/>
                </a:solidFill>
                <a:latin typeface="Meiryo" panose="020B0604030504040204" pitchFamily="34" charset="-128"/>
                <a:ea typeface="Meiryo" panose="020B0604030504040204" pitchFamily="34"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2800" kern="1200">
                <a:solidFill>
                  <a:schemeClr val="tx1"/>
                </a:solidFill>
                <a:latin typeface="Meiryo" panose="020B0604030504040204" pitchFamily="34" charset="-128"/>
                <a:ea typeface="Meiryo"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400">
                <a:solidFill>
                  <a:schemeClr val="tx1">
                    <a:lumMod val="50000"/>
                    <a:lumOff val="50000"/>
                  </a:schemeClr>
                </a:solidFill>
                <a:latin typeface="Meiryo"/>
              </a:rPr>
              <a:t>手をつける前に、まず読もう。</a:t>
            </a:r>
          </a:p>
        </p:txBody>
      </p:sp>
      <p:sp>
        <p:nvSpPr>
          <p:cNvPr id="10" name="正方形/長方形 9">
            <a:extLst>
              <a:ext uri="{FF2B5EF4-FFF2-40B4-BE49-F238E27FC236}">
                <a16:creationId xmlns:a16="http://schemas.microsoft.com/office/drawing/2014/main" id="{9100A0F2-4DF7-225F-8522-19372112710B}"/>
              </a:ext>
            </a:extLst>
          </p:cNvPr>
          <p:cNvSpPr/>
          <p:nvPr/>
        </p:nvSpPr>
        <p:spPr>
          <a:xfrm>
            <a:off x="781050" y="1584363"/>
            <a:ext cx="5333999" cy="1544599"/>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223972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6B46A1-30BE-21C3-5D76-85870BB7E99E}"/>
              </a:ext>
            </a:extLst>
          </p:cNvPr>
          <p:cNvSpPr>
            <a:spLocks noGrp="1"/>
          </p:cNvSpPr>
          <p:nvPr>
            <p:ph type="title"/>
          </p:nvPr>
        </p:nvSpPr>
        <p:spPr/>
        <p:txBody>
          <a:bodyPr/>
          <a:lstStyle/>
          <a:p>
            <a:r>
              <a:rPr kumimoji="1" lang="ja-JP" altLang="en-US" sz="6000"/>
              <a:t>リポジトリで最初に</a:t>
            </a:r>
            <a:br>
              <a:rPr kumimoji="1" lang="en-US" altLang="ja-JP" sz="6000" dirty="0"/>
            </a:br>
            <a:r>
              <a:rPr kumimoji="1" lang="ja-JP" altLang="en-US" sz="6000"/>
              <a:t>見るべきファイル</a:t>
            </a:r>
          </a:p>
        </p:txBody>
      </p:sp>
      <p:graphicFrame>
        <p:nvGraphicFramePr>
          <p:cNvPr id="7" name="コンテンツ プレースホルダー 6">
            <a:extLst>
              <a:ext uri="{FF2B5EF4-FFF2-40B4-BE49-F238E27FC236}">
                <a16:creationId xmlns:a16="http://schemas.microsoft.com/office/drawing/2014/main" id="{A740FA02-6C2F-3C9B-6588-0A313C1EBEAB}"/>
              </a:ext>
            </a:extLst>
          </p:cNvPr>
          <p:cNvGraphicFramePr>
            <a:graphicFrameLocks noGrp="1"/>
          </p:cNvGraphicFramePr>
          <p:nvPr>
            <p:ph idx="1"/>
            <p:extLst>
              <p:ext uri="{D42A27DB-BD31-4B8C-83A1-F6EECF244321}">
                <p14:modId xmlns:p14="http://schemas.microsoft.com/office/powerpoint/2010/main" val="4231058552"/>
              </p:ext>
            </p:extLst>
          </p:nvPr>
        </p:nvGraphicFramePr>
        <p:xfrm>
          <a:off x="838200" y="1825625"/>
          <a:ext cx="10515600" cy="4328160"/>
        </p:xfrm>
        <a:graphic>
          <a:graphicData uri="http://schemas.openxmlformats.org/drawingml/2006/table">
            <a:tbl>
              <a:tblPr firstRow="1" bandRow="1">
                <a:tableStyleId>{5C22544A-7EE6-4342-B048-85BDC9FD1C3A}</a:tableStyleId>
              </a:tblPr>
              <a:tblGrid>
                <a:gridCol w="3935681">
                  <a:extLst>
                    <a:ext uri="{9D8B030D-6E8A-4147-A177-3AD203B41FA5}">
                      <a16:colId xmlns:a16="http://schemas.microsoft.com/office/drawing/2014/main" val="2741808785"/>
                    </a:ext>
                  </a:extLst>
                </a:gridCol>
                <a:gridCol w="6579919">
                  <a:extLst>
                    <a:ext uri="{9D8B030D-6E8A-4147-A177-3AD203B41FA5}">
                      <a16:colId xmlns:a16="http://schemas.microsoft.com/office/drawing/2014/main" val="641909830"/>
                    </a:ext>
                  </a:extLst>
                </a:gridCol>
              </a:tblGrid>
              <a:tr h="370840">
                <a:tc>
                  <a:txBody>
                    <a:bodyPr/>
                    <a:lstStyle/>
                    <a:p>
                      <a:r>
                        <a:rPr kumimoji="1" lang="ja-JP" altLang="en-US" sz="2800">
                          <a:latin typeface="Meiryo" panose="020B0604030504040204" pitchFamily="34" charset="-128"/>
                          <a:ea typeface="Meiryo" panose="020B0604030504040204" pitchFamily="34" charset="-128"/>
                        </a:rPr>
                        <a:t>ファイル</a:t>
                      </a:r>
                    </a:p>
                  </a:txBody>
                  <a:tcPr/>
                </a:tc>
                <a:tc>
                  <a:txBody>
                    <a:bodyPr/>
                    <a:lstStyle/>
                    <a:p>
                      <a:r>
                        <a:rPr kumimoji="1" lang="ja-JP" altLang="en-US" sz="2400">
                          <a:latin typeface="Meiryo" panose="020B0604030504040204" pitchFamily="34" charset="-128"/>
                          <a:ea typeface="Meiryo" panose="020B0604030504040204" pitchFamily="34" charset="-128"/>
                        </a:rPr>
                        <a:t>書かれていること</a:t>
                      </a:r>
                    </a:p>
                  </a:txBody>
                  <a:tcPr/>
                </a:tc>
                <a:extLst>
                  <a:ext uri="{0D108BD9-81ED-4DB2-BD59-A6C34878D82A}">
                    <a16:rowId xmlns:a16="http://schemas.microsoft.com/office/drawing/2014/main" val="2740232200"/>
                  </a:ext>
                </a:extLst>
              </a:tr>
              <a:tr h="370840">
                <a:tc>
                  <a:txBody>
                    <a:bodyPr/>
                    <a:lstStyle/>
                    <a:p>
                      <a:r>
                        <a:rPr kumimoji="1" lang="en-US" altLang="ja-JP" sz="2800" b="1" dirty="0" err="1">
                          <a:latin typeface="Consolas" panose="020B0609020204030204" pitchFamily="49" charset="0"/>
                          <a:cs typeface="Consolas" panose="020B0609020204030204" pitchFamily="49" charset="0"/>
                        </a:rPr>
                        <a:t>README.md</a:t>
                      </a:r>
                      <a:endParaRPr kumimoji="1" lang="ja-JP" altLang="en-US" sz="2800" b="1">
                        <a:latin typeface="Consolas" panose="020B0609020204030204" pitchFamily="49" charset="0"/>
                        <a:cs typeface="Consolas" panose="020B0609020204030204" pitchFamily="49" charset="0"/>
                      </a:endParaRPr>
                    </a:p>
                  </a:txBody>
                  <a:tcPr/>
                </a:tc>
                <a:tc>
                  <a:txBody>
                    <a:bodyPr/>
                    <a:lstStyle/>
                    <a:p>
                      <a:r>
                        <a:rPr kumimoji="1" lang="ja-JP" altLang="en-US" sz="2400">
                          <a:latin typeface="Meiryo" panose="020B0604030504040204" pitchFamily="34" charset="-128"/>
                          <a:ea typeface="Meiryo" panose="020B0604030504040204" pitchFamily="34" charset="-128"/>
                        </a:rPr>
                        <a:t>何のプロジェクトか、動かし方など、プロジェクト全般を知りたいときに。</a:t>
                      </a:r>
                    </a:p>
                  </a:txBody>
                  <a:tcPr/>
                </a:tc>
                <a:extLst>
                  <a:ext uri="{0D108BD9-81ED-4DB2-BD59-A6C34878D82A}">
                    <a16:rowId xmlns:a16="http://schemas.microsoft.com/office/drawing/2014/main" val="4075724500"/>
                  </a:ext>
                </a:extLst>
              </a:tr>
              <a:tr h="370840">
                <a:tc>
                  <a:txBody>
                    <a:bodyPr/>
                    <a:lstStyle/>
                    <a:p>
                      <a:r>
                        <a:rPr kumimoji="1" lang="en-US" altLang="ja-JP" sz="2800" b="1" dirty="0">
                          <a:latin typeface="Consolas" panose="020B0609020204030204" pitchFamily="49" charset="0"/>
                          <a:cs typeface="Consolas" panose="020B0609020204030204" pitchFamily="49" charset="0"/>
                        </a:rPr>
                        <a:t>LICENSE</a:t>
                      </a:r>
                      <a:endParaRPr kumimoji="1" lang="ja-JP" altLang="en-US" sz="2800" b="1">
                        <a:latin typeface="Consolas" panose="020B0609020204030204" pitchFamily="49" charset="0"/>
                        <a:cs typeface="Consolas" panose="020B0609020204030204" pitchFamily="49" charset="0"/>
                      </a:endParaRPr>
                    </a:p>
                  </a:txBody>
                  <a:tcPr/>
                </a:tc>
                <a:tc>
                  <a:txBody>
                    <a:bodyPr/>
                    <a:lstStyle/>
                    <a:p>
                      <a:r>
                        <a:rPr kumimoji="1" lang="ja-JP" altLang="en-US" sz="2400">
                          <a:latin typeface="Meiryo" panose="020B0604030504040204" pitchFamily="34" charset="-128"/>
                          <a:ea typeface="Meiryo" panose="020B0604030504040204" pitchFamily="34" charset="-128"/>
                        </a:rPr>
                        <a:t>使って良い条件。</a:t>
                      </a:r>
                      <a:r>
                        <a:rPr kumimoji="1" lang="en-US" altLang="ja-JP" sz="2400" dirty="0">
                          <a:latin typeface="Meiryo" panose="020B0604030504040204" pitchFamily="34" charset="-128"/>
                          <a:ea typeface="Meiryo" panose="020B0604030504040204" pitchFamily="34" charset="-128"/>
                        </a:rPr>
                        <a:t>OSS</a:t>
                      </a:r>
                      <a:r>
                        <a:rPr kumimoji="1" lang="ja-JP" altLang="en-US" sz="2400">
                          <a:latin typeface="Meiryo" panose="020B0604030504040204" pitchFamily="34" charset="-128"/>
                          <a:ea typeface="Meiryo" panose="020B0604030504040204" pitchFamily="34" charset="-128"/>
                        </a:rPr>
                        <a:t>の著名なライセンスであればあまり気にしなくて良い。</a:t>
                      </a:r>
                    </a:p>
                  </a:txBody>
                  <a:tcPr/>
                </a:tc>
                <a:extLst>
                  <a:ext uri="{0D108BD9-81ED-4DB2-BD59-A6C34878D82A}">
                    <a16:rowId xmlns:a16="http://schemas.microsoft.com/office/drawing/2014/main" val="477158631"/>
                  </a:ext>
                </a:extLst>
              </a:tr>
              <a:tr h="370840">
                <a:tc>
                  <a:txBody>
                    <a:bodyPr/>
                    <a:lstStyle/>
                    <a:p>
                      <a:r>
                        <a:rPr kumimoji="1" lang="en-US" altLang="ja-JP" sz="2800" b="1" dirty="0">
                          <a:latin typeface="Consolas" panose="020B0609020204030204" pitchFamily="49" charset="0"/>
                          <a:cs typeface="Consolas" panose="020B0609020204030204" pitchFamily="49" charset="0"/>
                        </a:rPr>
                        <a:t>.</a:t>
                      </a:r>
                      <a:r>
                        <a:rPr kumimoji="1" lang="en-US" altLang="ja-JP" sz="2800" b="1" dirty="0" err="1">
                          <a:latin typeface="Consolas" panose="020B0609020204030204" pitchFamily="49" charset="0"/>
                          <a:cs typeface="Consolas" panose="020B0609020204030204" pitchFamily="49" charset="0"/>
                        </a:rPr>
                        <a:t>github</a:t>
                      </a:r>
                      <a:r>
                        <a:rPr kumimoji="1" lang="en-US" altLang="ja-JP" sz="2800" b="1" dirty="0">
                          <a:latin typeface="Consolas" panose="020B0609020204030204" pitchFamily="49" charset="0"/>
                          <a:cs typeface="Consolas" panose="020B0609020204030204" pitchFamily="49" charset="0"/>
                        </a:rPr>
                        <a:t>/workflows</a:t>
                      </a:r>
                      <a:endParaRPr kumimoji="1" lang="ja-JP" altLang="en-US" sz="2800" b="1">
                        <a:latin typeface="Consolas" panose="020B0609020204030204" pitchFamily="49" charset="0"/>
                        <a:cs typeface="Consolas" panose="020B0609020204030204" pitchFamily="49" charset="0"/>
                      </a:endParaRPr>
                    </a:p>
                  </a:txBody>
                  <a:tcPr/>
                </a:tc>
                <a:tc>
                  <a:txBody>
                    <a:bodyPr/>
                    <a:lstStyle/>
                    <a:p>
                      <a:r>
                        <a:rPr kumimoji="1" lang="en-US" altLang="ja-JP" sz="2400" dirty="0">
                          <a:latin typeface="Meiryo" panose="020B0604030504040204" pitchFamily="34" charset="-128"/>
                          <a:ea typeface="Meiryo" panose="020B0604030504040204" pitchFamily="34" charset="-128"/>
                        </a:rPr>
                        <a:t>PR</a:t>
                      </a:r>
                      <a:r>
                        <a:rPr kumimoji="1" lang="ja-JP" altLang="en-US" sz="2400">
                          <a:latin typeface="Meiryo" panose="020B0604030504040204" pitchFamily="34" charset="-128"/>
                          <a:ea typeface="Meiryo" panose="020B0604030504040204" pitchFamily="34" charset="-128"/>
                        </a:rPr>
                        <a:t>のたびにどのような処理が行われるのかを確認できる。</a:t>
                      </a:r>
                    </a:p>
                  </a:txBody>
                  <a:tcPr/>
                </a:tc>
                <a:extLst>
                  <a:ext uri="{0D108BD9-81ED-4DB2-BD59-A6C34878D82A}">
                    <a16:rowId xmlns:a16="http://schemas.microsoft.com/office/drawing/2014/main" val="1159816189"/>
                  </a:ext>
                </a:extLst>
              </a:tr>
              <a:tr h="370840">
                <a:tc>
                  <a:txBody>
                    <a:bodyPr/>
                    <a:lstStyle/>
                    <a:p>
                      <a:r>
                        <a:rPr kumimoji="1" lang="en-US" altLang="ja-JP" sz="2800" b="1" dirty="0" err="1">
                          <a:latin typeface="Consolas" panose="020B0609020204030204" pitchFamily="49" charset="0"/>
                          <a:cs typeface="Consolas" panose="020B0609020204030204" pitchFamily="49" charset="0"/>
                        </a:rPr>
                        <a:t>CONTRIBUTING.md</a:t>
                      </a:r>
                      <a:endParaRPr kumimoji="1" lang="ja-JP" altLang="en-US" sz="2800" b="1">
                        <a:latin typeface="Consolas" panose="020B0609020204030204" pitchFamily="49" charset="0"/>
                        <a:cs typeface="Consolas" panose="020B0609020204030204" pitchFamily="49" charset="0"/>
                      </a:endParaRPr>
                    </a:p>
                  </a:txBody>
                  <a:tcPr/>
                </a:tc>
                <a:tc>
                  <a:txBody>
                    <a:bodyPr/>
                    <a:lstStyle/>
                    <a:p>
                      <a:r>
                        <a:rPr kumimoji="1" lang="ja-JP" altLang="en-US" sz="2400">
                          <a:latin typeface="Meiryo" panose="020B0604030504040204" pitchFamily="34" charset="-128"/>
                          <a:ea typeface="Meiryo" panose="020B0604030504040204" pitchFamily="34" charset="-128"/>
                        </a:rPr>
                        <a:t>貢献の流れ、変更と</a:t>
                      </a:r>
                      <a:r>
                        <a:rPr kumimoji="1" lang="en-US" altLang="ja-JP" sz="2400" dirty="0">
                          <a:latin typeface="Meiryo" panose="020B0604030504040204" pitchFamily="34" charset="-128"/>
                          <a:ea typeface="Meiryo" panose="020B0604030504040204" pitchFamily="34" charset="-128"/>
                        </a:rPr>
                        <a:t>PR</a:t>
                      </a:r>
                      <a:r>
                        <a:rPr kumimoji="1" lang="ja-JP" altLang="en-US" sz="2400">
                          <a:latin typeface="Meiryo" panose="020B0604030504040204" pitchFamily="34" charset="-128"/>
                          <a:ea typeface="Meiryo" panose="020B0604030504040204" pitchFamily="34" charset="-128"/>
                        </a:rPr>
                        <a:t>の書き方、</a:t>
                      </a:r>
                      <a:r>
                        <a:rPr kumimoji="1" lang="en-US" altLang="ja-JP" sz="2400" dirty="0">
                          <a:latin typeface="Meiryo" panose="020B0604030504040204" pitchFamily="34" charset="-128"/>
                          <a:ea typeface="Meiryo" panose="020B0604030504040204" pitchFamily="34" charset="-128"/>
                        </a:rPr>
                        <a:t>AI</a:t>
                      </a:r>
                      <a:r>
                        <a:rPr kumimoji="1" lang="ja-JP" altLang="en-US" sz="2400">
                          <a:latin typeface="Meiryo" panose="020B0604030504040204" pitchFamily="34" charset="-128"/>
                          <a:ea typeface="Meiryo" panose="020B0604030504040204" pitchFamily="34" charset="-128"/>
                        </a:rPr>
                        <a:t>の利用ポリシーなど、どうやって貢献するのか。</a:t>
                      </a:r>
                    </a:p>
                  </a:txBody>
                  <a:tcPr/>
                </a:tc>
                <a:extLst>
                  <a:ext uri="{0D108BD9-81ED-4DB2-BD59-A6C34878D82A}">
                    <a16:rowId xmlns:a16="http://schemas.microsoft.com/office/drawing/2014/main" val="1396993514"/>
                  </a:ext>
                </a:extLst>
              </a:tr>
              <a:tr h="370840">
                <a:tc>
                  <a:txBody>
                    <a:bodyPr/>
                    <a:lstStyle/>
                    <a:p>
                      <a:r>
                        <a:rPr kumimoji="1" lang="en-US" altLang="ja-JP" sz="2800" b="1" dirty="0" err="1">
                          <a:latin typeface="Consolas" panose="020B0609020204030204" pitchFamily="49" charset="0"/>
                          <a:cs typeface="Consolas" panose="020B0609020204030204" pitchFamily="49" charset="0"/>
                        </a:rPr>
                        <a:t>CODE_OF_CONDUCT.md</a:t>
                      </a:r>
                      <a:endParaRPr kumimoji="1" lang="ja-JP" altLang="en-US" sz="2800" b="1">
                        <a:latin typeface="Consolas" panose="020B0609020204030204" pitchFamily="49" charset="0"/>
                        <a:cs typeface="Consolas" panose="020B0609020204030204" pitchFamily="49" charset="0"/>
                      </a:endParaRPr>
                    </a:p>
                  </a:txBody>
                  <a:tcPr/>
                </a:tc>
                <a:tc>
                  <a:txBody>
                    <a:bodyPr/>
                    <a:lstStyle/>
                    <a:p>
                      <a:r>
                        <a:rPr kumimoji="1" lang="en-US" altLang="ja-JP" sz="2400" dirty="0">
                          <a:latin typeface="Meiryo" panose="020B0604030504040204" pitchFamily="34" charset="-128"/>
                          <a:ea typeface="Meiryo" panose="020B0604030504040204" pitchFamily="34" charset="-128"/>
                        </a:rPr>
                        <a:t>CoC</a:t>
                      </a:r>
                      <a:r>
                        <a:rPr kumimoji="1" lang="ja-JP" altLang="en-US" sz="2400">
                          <a:latin typeface="Meiryo" panose="020B0604030504040204" pitchFamily="34" charset="-128"/>
                          <a:ea typeface="Meiryo" panose="020B0604030504040204" pitchFamily="34" charset="-128"/>
                        </a:rPr>
                        <a:t>。参加者が守るべきルール（行動規範）。</a:t>
                      </a:r>
                    </a:p>
                  </a:txBody>
                  <a:tcPr/>
                </a:tc>
                <a:extLst>
                  <a:ext uri="{0D108BD9-81ED-4DB2-BD59-A6C34878D82A}">
                    <a16:rowId xmlns:a16="http://schemas.microsoft.com/office/drawing/2014/main" val="3888134579"/>
                  </a:ext>
                </a:extLst>
              </a:tr>
            </a:tbl>
          </a:graphicData>
        </a:graphic>
      </p:graphicFrame>
      <p:sp>
        <p:nvSpPr>
          <p:cNvPr id="5" name="日付プレースホルダー 4">
            <a:extLst>
              <a:ext uri="{FF2B5EF4-FFF2-40B4-BE49-F238E27FC236}">
                <a16:creationId xmlns:a16="http://schemas.microsoft.com/office/drawing/2014/main" id="{7C0F765B-EEBB-B8A3-FF2B-DC181DCD17B0}"/>
              </a:ext>
            </a:extLst>
          </p:cNvPr>
          <p:cNvSpPr>
            <a:spLocks noGrp="1"/>
          </p:cNvSpPr>
          <p:nvPr>
            <p:ph type="dt" sz="half" idx="10"/>
          </p:nvPr>
        </p:nvSpPr>
        <p:spPr/>
        <p:txBody>
          <a:bodyPr/>
          <a:lstStyle/>
          <a:p>
            <a:r>
              <a:rPr kumimoji="1" lang="en-US" altLang="ja-JP"/>
              <a:t>2026/10/29</a:t>
            </a:r>
            <a:endParaRPr kumimoji="1" lang="ja-JP" altLang="en-US"/>
          </a:p>
        </p:txBody>
      </p:sp>
      <p:sp>
        <p:nvSpPr>
          <p:cNvPr id="6" name="スライド番号プレースホルダー 5">
            <a:extLst>
              <a:ext uri="{FF2B5EF4-FFF2-40B4-BE49-F238E27FC236}">
                <a16:creationId xmlns:a16="http://schemas.microsoft.com/office/drawing/2014/main" id="{C938B215-8B3D-057B-6320-1AFA8AA341A0}"/>
              </a:ext>
            </a:extLst>
          </p:cNvPr>
          <p:cNvSpPr>
            <a:spLocks noGrp="1"/>
          </p:cNvSpPr>
          <p:nvPr>
            <p:ph type="sldNum" sz="quarter" idx="12"/>
          </p:nvPr>
        </p:nvSpPr>
        <p:spPr/>
        <p:txBody>
          <a:bodyPr/>
          <a:lstStyle/>
          <a:p>
            <a:fld id="{74E5C2EA-A201-0F41-BE6C-96A0CC88D6B3}" type="slidenum">
              <a:rPr kumimoji="1" lang="ja-JP" altLang="en-US" smtClean="0"/>
              <a:t>15</a:t>
            </a:fld>
            <a:endParaRPr kumimoji="1" lang="ja-JP" altLang="en-US"/>
          </a:p>
        </p:txBody>
      </p:sp>
      <p:sp>
        <p:nvSpPr>
          <p:cNvPr id="8" name="左中かっこ 7">
            <a:extLst>
              <a:ext uri="{FF2B5EF4-FFF2-40B4-BE49-F238E27FC236}">
                <a16:creationId xmlns:a16="http://schemas.microsoft.com/office/drawing/2014/main" id="{8A0D51D7-DF17-7684-E5D7-EEBCF7429528}"/>
              </a:ext>
            </a:extLst>
          </p:cNvPr>
          <p:cNvSpPr/>
          <p:nvPr/>
        </p:nvSpPr>
        <p:spPr>
          <a:xfrm>
            <a:off x="538716" y="4797631"/>
            <a:ext cx="299483" cy="1356154"/>
          </a:xfrm>
          <a:prstGeom prst="leftBrace">
            <a:avLst>
              <a:gd name="adj1" fmla="val 113208"/>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AB1CE669-F70E-25ED-3038-108BF00DE748}"/>
              </a:ext>
            </a:extLst>
          </p:cNvPr>
          <p:cNvSpPr txBox="1"/>
          <p:nvPr/>
        </p:nvSpPr>
        <p:spPr>
          <a:xfrm>
            <a:off x="3222885" y="6356350"/>
            <a:ext cx="6869188" cy="369332"/>
          </a:xfrm>
          <a:prstGeom prst="rect">
            <a:avLst/>
          </a:prstGeom>
          <a:noFill/>
        </p:spPr>
        <p:txBody>
          <a:bodyPr wrap="none" rtlCol="0">
            <a:spAutoFit/>
          </a:bodyPr>
          <a:lstStyle/>
          <a:p>
            <a:pPr algn="l"/>
            <a:r>
              <a:rPr lang="en-US" altLang="ja-JP" dirty="0">
                <a:latin typeface="Meiryo" panose="020B0604030504040204" pitchFamily="34" charset="-128"/>
                <a:ea typeface="Meiryo" panose="020B0604030504040204" pitchFamily="34" charset="-128"/>
              </a:rPr>
              <a:t>※ </a:t>
            </a:r>
            <a:r>
              <a:rPr lang="ja-JP" altLang="en-US">
                <a:latin typeface="Meiryo" panose="020B0604030504040204" pitchFamily="34" charset="-128"/>
                <a:ea typeface="Meiryo" panose="020B0604030504040204" pitchFamily="34" charset="-128"/>
              </a:rPr>
              <a:t>忘れられがちだけど、貢献の前に確認するのがマナーです。</a:t>
            </a:r>
            <a:endParaRPr kumimoji="1" lang="ja-JP" altLang="en-US">
              <a:latin typeface="Meiryo" panose="020B0604030504040204" pitchFamily="34" charset="-128"/>
              <a:ea typeface="Meiryo" panose="020B0604030504040204" pitchFamily="34" charset="-128"/>
            </a:endParaRPr>
          </a:p>
        </p:txBody>
      </p:sp>
      <p:sp>
        <p:nvSpPr>
          <p:cNvPr id="11" name="テキスト ボックス 10">
            <a:extLst>
              <a:ext uri="{FF2B5EF4-FFF2-40B4-BE49-F238E27FC236}">
                <a16:creationId xmlns:a16="http://schemas.microsoft.com/office/drawing/2014/main" id="{4B2D3C24-605D-8503-284E-8693E8F39BBE}"/>
              </a:ext>
            </a:extLst>
          </p:cNvPr>
          <p:cNvSpPr txBox="1"/>
          <p:nvPr/>
        </p:nvSpPr>
        <p:spPr>
          <a:xfrm>
            <a:off x="107430" y="5244875"/>
            <a:ext cx="487180" cy="461665"/>
          </a:xfrm>
          <a:prstGeom prst="rect">
            <a:avLst/>
          </a:prstGeom>
          <a:noFill/>
        </p:spPr>
        <p:txBody>
          <a:bodyPr wrap="square">
            <a:spAutoFit/>
          </a:bodyPr>
          <a:lstStyle/>
          <a:p>
            <a:r>
              <a:rPr lang="en-US" altLang="ja-JP" sz="2400" dirty="0">
                <a:latin typeface="Meiryo" panose="020B0604030504040204" pitchFamily="34" charset="-128"/>
                <a:ea typeface="Meiryo" panose="020B0604030504040204" pitchFamily="34" charset="-128"/>
              </a:rPr>
              <a:t>※ </a:t>
            </a:r>
            <a:endParaRPr lang="ja-JP" altLang="en-US" sz="2400"/>
          </a:p>
        </p:txBody>
      </p:sp>
    </p:spTree>
    <p:extLst>
      <p:ext uri="{BB962C8B-B14F-4D97-AF65-F5344CB8AC3E}">
        <p14:creationId xmlns:p14="http://schemas.microsoft.com/office/powerpoint/2010/main" val="3315448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96C9DE3-8D40-0176-395B-C4EB0B5CA010}"/>
              </a:ext>
            </a:extLst>
          </p:cNvPr>
          <p:cNvSpPr>
            <a:spLocks noGrp="1"/>
          </p:cNvSpPr>
          <p:nvPr>
            <p:ph type="title"/>
          </p:nvPr>
        </p:nvSpPr>
        <p:spPr/>
        <p:txBody>
          <a:bodyPr/>
          <a:lstStyle/>
          <a:p>
            <a:r>
              <a:rPr kumimoji="1" lang="ja-JP" altLang="en-US"/>
              <a:t>次に確認すべき内容</a:t>
            </a:r>
          </a:p>
        </p:txBody>
      </p:sp>
      <p:sp>
        <p:nvSpPr>
          <p:cNvPr id="3" name="コンテンツ プレースホルダー 2">
            <a:extLst>
              <a:ext uri="{FF2B5EF4-FFF2-40B4-BE49-F238E27FC236}">
                <a16:creationId xmlns:a16="http://schemas.microsoft.com/office/drawing/2014/main" id="{153A2C91-F719-858E-7B9A-BA3DEB61A31B}"/>
              </a:ext>
            </a:extLst>
          </p:cNvPr>
          <p:cNvSpPr>
            <a:spLocks noGrp="1"/>
          </p:cNvSpPr>
          <p:nvPr>
            <p:ph idx="1"/>
          </p:nvPr>
        </p:nvSpPr>
        <p:spPr/>
        <p:txBody>
          <a:bodyPr/>
          <a:lstStyle/>
          <a:p>
            <a:r>
              <a:rPr kumimoji="1" lang="en-US" altLang="ja-JP" dirty="0">
                <a:latin typeface="Consolas" panose="020B0609020204030204" pitchFamily="49" charset="0"/>
                <a:cs typeface="Consolas" panose="020B0609020204030204" pitchFamily="49" charset="0"/>
              </a:rPr>
              <a:t>git log</a:t>
            </a:r>
            <a:r>
              <a:rPr kumimoji="1" lang="ja-JP" altLang="en-US"/>
              <a:t>でどのような慣習でコミットされているかを確認しよう。</a:t>
            </a:r>
            <a:endParaRPr kumimoji="1" lang="en-US" altLang="ja-JP" dirty="0"/>
          </a:p>
          <a:p>
            <a:pPr lvl="1"/>
            <a:r>
              <a:rPr lang="en-US" altLang="ja-JP" dirty="0"/>
              <a:t>Conventional commit</a:t>
            </a:r>
            <a:r>
              <a:rPr lang="ja-JP" altLang="en-US"/>
              <a:t>（後述）を使っているのか、コミットの頻度はどれくらいか、どれくらいの参加者がいるのか、などなど。</a:t>
            </a:r>
            <a:endParaRPr kumimoji="1" lang="ja-JP" altLang="en-US"/>
          </a:p>
        </p:txBody>
      </p:sp>
      <p:sp>
        <p:nvSpPr>
          <p:cNvPr id="4" name="日付プレースホルダー 3">
            <a:extLst>
              <a:ext uri="{FF2B5EF4-FFF2-40B4-BE49-F238E27FC236}">
                <a16:creationId xmlns:a16="http://schemas.microsoft.com/office/drawing/2014/main" id="{929517E4-52D7-12D5-7402-EC8BC8B4DFE4}"/>
              </a:ext>
            </a:extLst>
          </p:cNvPr>
          <p:cNvSpPr>
            <a:spLocks noGrp="1"/>
          </p:cNvSpPr>
          <p:nvPr>
            <p:ph type="dt" sz="half" idx="10"/>
          </p:nvPr>
        </p:nvSpPr>
        <p:spPr/>
        <p:txBody>
          <a:bodyPr/>
          <a:lstStyle/>
          <a:p>
            <a:r>
              <a:rPr kumimoji="1" lang="en-US" altLang="ja-JP"/>
              <a:t>2026/10/29</a:t>
            </a:r>
            <a:endParaRPr kumimoji="1" lang="ja-JP" altLang="en-US"/>
          </a:p>
        </p:txBody>
      </p:sp>
      <p:sp>
        <p:nvSpPr>
          <p:cNvPr id="5" name="スライド番号プレースホルダー 4">
            <a:extLst>
              <a:ext uri="{FF2B5EF4-FFF2-40B4-BE49-F238E27FC236}">
                <a16:creationId xmlns:a16="http://schemas.microsoft.com/office/drawing/2014/main" id="{397AB7BA-6FF7-982E-016E-EDF2DF3174D9}"/>
              </a:ext>
            </a:extLst>
          </p:cNvPr>
          <p:cNvSpPr>
            <a:spLocks noGrp="1"/>
          </p:cNvSpPr>
          <p:nvPr>
            <p:ph type="sldNum" sz="quarter" idx="12"/>
          </p:nvPr>
        </p:nvSpPr>
        <p:spPr/>
        <p:txBody>
          <a:bodyPr/>
          <a:lstStyle/>
          <a:p>
            <a:fld id="{74E5C2EA-A201-0F41-BE6C-96A0CC88D6B3}" type="slidenum">
              <a:rPr kumimoji="1" lang="ja-JP" altLang="en-US" smtClean="0"/>
              <a:t>16</a:t>
            </a:fld>
            <a:endParaRPr kumimoji="1" lang="ja-JP" altLang="en-US"/>
          </a:p>
        </p:txBody>
      </p:sp>
    </p:spTree>
    <p:extLst>
      <p:ext uri="{BB962C8B-B14F-4D97-AF65-F5344CB8AC3E}">
        <p14:creationId xmlns:p14="http://schemas.microsoft.com/office/powerpoint/2010/main" val="41327382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FDFCE9-5BBA-F702-10B3-B214CF7EE936}"/>
              </a:ext>
            </a:extLst>
          </p:cNvPr>
          <p:cNvSpPr>
            <a:spLocks noGrp="1"/>
          </p:cNvSpPr>
          <p:nvPr>
            <p:ph type="title"/>
          </p:nvPr>
        </p:nvSpPr>
        <p:spPr/>
        <p:txBody>
          <a:bodyPr/>
          <a:lstStyle/>
          <a:p>
            <a:r>
              <a:rPr kumimoji="1" lang="ja-JP" altLang="en-US"/>
              <a:t>ライセンスについて</a:t>
            </a:r>
          </a:p>
        </p:txBody>
      </p:sp>
      <p:sp>
        <p:nvSpPr>
          <p:cNvPr id="3" name="コンテンツ プレースホルダー 2">
            <a:extLst>
              <a:ext uri="{FF2B5EF4-FFF2-40B4-BE49-F238E27FC236}">
                <a16:creationId xmlns:a16="http://schemas.microsoft.com/office/drawing/2014/main" id="{6B73E477-FC18-400E-54AF-3C62EA7E2B6D}"/>
              </a:ext>
            </a:extLst>
          </p:cNvPr>
          <p:cNvSpPr>
            <a:spLocks noGrp="1"/>
          </p:cNvSpPr>
          <p:nvPr>
            <p:ph idx="1"/>
          </p:nvPr>
        </p:nvSpPr>
        <p:spPr/>
        <p:txBody>
          <a:bodyPr>
            <a:normAutofit fontScale="70000" lnSpcReduction="20000"/>
          </a:bodyPr>
          <a:lstStyle/>
          <a:p>
            <a:pPr>
              <a:lnSpc>
                <a:spcPct val="120000"/>
              </a:lnSpc>
            </a:pPr>
            <a:r>
              <a:rPr kumimoji="1" lang="ja-JP" altLang="en-US"/>
              <a:t>貢献した内容はプロジェクトと同じライセンスで公開される</a:t>
            </a:r>
            <a:r>
              <a:rPr lang="ja-JP" altLang="en-US"/>
              <a:t>。</a:t>
            </a:r>
            <a:endParaRPr kumimoji="1" lang="en-US" altLang="ja-JP" dirty="0"/>
          </a:p>
          <a:p>
            <a:pPr>
              <a:lnSpc>
                <a:spcPct val="120000"/>
              </a:lnSpc>
            </a:pPr>
            <a:r>
              <a:rPr lang="en-US" altLang="ja-JP" dirty="0"/>
              <a:t>OSS</a:t>
            </a:r>
            <a:r>
              <a:rPr lang="ja-JP" altLang="en-US"/>
              <a:t>の代表的なライセンス</a:t>
            </a:r>
            <a:endParaRPr lang="en-US" altLang="ja-JP" dirty="0"/>
          </a:p>
          <a:p>
            <a:pPr lvl="1">
              <a:lnSpc>
                <a:spcPct val="120000"/>
              </a:lnSpc>
            </a:pPr>
            <a:r>
              <a:rPr kumimoji="1" lang="en-US" altLang="ja-JP" dirty="0"/>
              <a:t>Apache 2.0, MIT, BSD, GPL</a:t>
            </a:r>
            <a:r>
              <a:rPr kumimoji="1" lang="ja-JP" altLang="en-US"/>
              <a:t>など。</a:t>
            </a:r>
            <a:endParaRPr kumimoji="1" lang="en-US" altLang="ja-JP" dirty="0"/>
          </a:p>
          <a:p>
            <a:pPr lvl="1">
              <a:lnSpc>
                <a:spcPct val="120000"/>
              </a:lnSpc>
            </a:pPr>
            <a:r>
              <a:rPr lang="ja-JP" altLang="en-US"/>
              <a:t>どれも作成者の著作権を保護している。</a:t>
            </a:r>
            <a:endParaRPr lang="en-US" altLang="ja-JP" dirty="0"/>
          </a:p>
          <a:p>
            <a:pPr>
              <a:lnSpc>
                <a:spcPct val="120000"/>
              </a:lnSpc>
            </a:pPr>
            <a:r>
              <a:rPr kumimoji="1" lang="ja-JP" altLang="en-US"/>
              <a:t>一度公開すると、取り消せない点に留意すること。</a:t>
            </a:r>
            <a:endParaRPr kumimoji="1" lang="en-US" altLang="ja-JP" dirty="0"/>
          </a:p>
          <a:p>
            <a:pPr lvl="1">
              <a:lnSpc>
                <a:spcPct val="120000"/>
              </a:lnSpc>
            </a:pPr>
            <a:r>
              <a:rPr lang="en-US" altLang="ja-JP" dirty="0"/>
              <a:t>GPL</a:t>
            </a:r>
            <a:r>
              <a:rPr lang="ja-JP" altLang="en-US"/>
              <a:t>（コピーレフトなライセンス）の場合は、派生物にも同じライセンスが適用されることにも留意すること。</a:t>
            </a:r>
            <a:endParaRPr kumimoji="1" lang="ja-JP" altLang="en-US"/>
          </a:p>
        </p:txBody>
      </p:sp>
      <p:sp>
        <p:nvSpPr>
          <p:cNvPr id="4" name="日付プレースホルダー 3">
            <a:extLst>
              <a:ext uri="{FF2B5EF4-FFF2-40B4-BE49-F238E27FC236}">
                <a16:creationId xmlns:a16="http://schemas.microsoft.com/office/drawing/2014/main" id="{255FA847-5EB0-57D4-144A-DE3FAC450E07}"/>
              </a:ext>
            </a:extLst>
          </p:cNvPr>
          <p:cNvSpPr>
            <a:spLocks noGrp="1"/>
          </p:cNvSpPr>
          <p:nvPr>
            <p:ph type="dt" sz="half" idx="10"/>
          </p:nvPr>
        </p:nvSpPr>
        <p:spPr/>
        <p:txBody>
          <a:bodyPr/>
          <a:lstStyle/>
          <a:p>
            <a:r>
              <a:rPr kumimoji="1" lang="en-US" altLang="ja-JP"/>
              <a:t>2026/10/29</a:t>
            </a:r>
            <a:endParaRPr kumimoji="1" lang="ja-JP" altLang="en-US"/>
          </a:p>
        </p:txBody>
      </p:sp>
      <p:sp>
        <p:nvSpPr>
          <p:cNvPr id="5" name="スライド番号プレースホルダー 4">
            <a:extLst>
              <a:ext uri="{FF2B5EF4-FFF2-40B4-BE49-F238E27FC236}">
                <a16:creationId xmlns:a16="http://schemas.microsoft.com/office/drawing/2014/main" id="{805A5B01-DFE5-D8C1-DFDB-5FAE31356451}"/>
              </a:ext>
            </a:extLst>
          </p:cNvPr>
          <p:cNvSpPr>
            <a:spLocks noGrp="1"/>
          </p:cNvSpPr>
          <p:nvPr>
            <p:ph type="sldNum" sz="quarter" idx="12"/>
          </p:nvPr>
        </p:nvSpPr>
        <p:spPr/>
        <p:txBody>
          <a:bodyPr/>
          <a:lstStyle/>
          <a:p>
            <a:fld id="{74E5C2EA-A201-0F41-BE6C-96A0CC88D6B3}" type="slidenum">
              <a:rPr kumimoji="1" lang="ja-JP" altLang="en-US" smtClean="0"/>
              <a:t>17</a:t>
            </a:fld>
            <a:endParaRPr kumimoji="1" lang="ja-JP" altLang="en-US"/>
          </a:p>
        </p:txBody>
      </p:sp>
    </p:spTree>
    <p:extLst>
      <p:ext uri="{BB962C8B-B14F-4D97-AF65-F5344CB8AC3E}">
        <p14:creationId xmlns:p14="http://schemas.microsoft.com/office/powerpoint/2010/main" val="2187137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30301BD-B64F-09F0-4012-9D766739B6C3}"/>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BC3C0219-A7F1-4C35-EA9B-60CF77F271D7}"/>
              </a:ext>
            </a:extLst>
          </p:cNvPr>
          <p:cNvSpPr>
            <a:spLocks noGrp="1"/>
          </p:cNvSpPr>
          <p:nvPr>
            <p:ph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8F117681-979B-12A2-34C4-D54951BA12C4}"/>
              </a:ext>
            </a:extLst>
          </p:cNvPr>
          <p:cNvSpPr>
            <a:spLocks noGrp="1"/>
          </p:cNvSpPr>
          <p:nvPr>
            <p:ph type="dt" sz="half" idx="10"/>
          </p:nvPr>
        </p:nvSpPr>
        <p:spPr/>
        <p:txBody>
          <a:bodyPr/>
          <a:lstStyle/>
          <a:p>
            <a:r>
              <a:rPr kumimoji="1" lang="en-US" altLang="ja-JP"/>
              <a:t>2026/10/29</a:t>
            </a:r>
            <a:endParaRPr kumimoji="1" lang="ja-JP" altLang="en-US"/>
          </a:p>
        </p:txBody>
      </p:sp>
      <p:sp>
        <p:nvSpPr>
          <p:cNvPr id="5" name="スライド番号プレースホルダー 4">
            <a:extLst>
              <a:ext uri="{FF2B5EF4-FFF2-40B4-BE49-F238E27FC236}">
                <a16:creationId xmlns:a16="http://schemas.microsoft.com/office/drawing/2014/main" id="{615C9C25-F9B2-659F-43A9-A2B3ADA75B7D}"/>
              </a:ext>
            </a:extLst>
          </p:cNvPr>
          <p:cNvSpPr>
            <a:spLocks noGrp="1"/>
          </p:cNvSpPr>
          <p:nvPr>
            <p:ph type="sldNum" sz="quarter" idx="12"/>
          </p:nvPr>
        </p:nvSpPr>
        <p:spPr/>
        <p:txBody>
          <a:bodyPr/>
          <a:lstStyle/>
          <a:p>
            <a:fld id="{74E5C2EA-A201-0F41-BE6C-96A0CC88D6B3}" type="slidenum">
              <a:rPr kumimoji="1" lang="ja-JP" altLang="en-US" smtClean="0"/>
              <a:t>18</a:t>
            </a:fld>
            <a:endParaRPr kumimoji="1" lang="ja-JP" altLang="en-US"/>
          </a:p>
        </p:txBody>
      </p:sp>
      <p:pic>
        <p:nvPicPr>
          <p:cNvPr id="6" name="図 5">
            <a:extLst>
              <a:ext uri="{FF2B5EF4-FFF2-40B4-BE49-F238E27FC236}">
                <a16:creationId xmlns:a16="http://schemas.microsoft.com/office/drawing/2014/main" id="{0EEE765D-8214-6E55-4D80-C851E0682FB1}"/>
              </a:ext>
            </a:extLst>
          </p:cNvPr>
          <p:cNvPicPr>
            <a:picLocks noChangeAspect="1"/>
          </p:cNvPicPr>
          <p:nvPr/>
        </p:nvPicPr>
        <p:blipFill>
          <a:blip r:embed="rId2"/>
          <a:stretch>
            <a:fillRect/>
          </a:stretch>
        </p:blipFill>
        <p:spPr>
          <a:xfrm>
            <a:off x="0" y="1"/>
            <a:ext cx="6096000" cy="3429000"/>
          </a:xfrm>
          <a:prstGeom prst="rect">
            <a:avLst/>
          </a:prstGeom>
        </p:spPr>
      </p:pic>
      <p:pic>
        <p:nvPicPr>
          <p:cNvPr id="7" name="図 6">
            <a:extLst>
              <a:ext uri="{FF2B5EF4-FFF2-40B4-BE49-F238E27FC236}">
                <a16:creationId xmlns:a16="http://schemas.microsoft.com/office/drawing/2014/main" id="{D6503AC5-146B-4A24-C2A8-5EB5C6F97775}"/>
              </a:ext>
            </a:extLst>
          </p:cNvPr>
          <p:cNvPicPr>
            <a:picLocks noChangeAspect="1"/>
          </p:cNvPicPr>
          <p:nvPr/>
        </p:nvPicPr>
        <p:blipFill>
          <a:blip r:embed="rId3"/>
          <a:stretch>
            <a:fillRect/>
          </a:stretch>
        </p:blipFill>
        <p:spPr>
          <a:xfrm>
            <a:off x="6096000" y="1"/>
            <a:ext cx="6096000" cy="3429000"/>
          </a:xfrm>
          <a:prstGeom prst="rect">
            <a:avLst/>
          </a:prstGeom>
        </p:spPr>
      </p:pic>
      <p:pic>
        <p:nvPicPr>
          <p:cNvPr id="8" name="図 7">
            <a:extLst>
              <a:ext uri="{FF2B5EF4-FFF2-40B4-BE49-F238E27FC236}">
                <a16:creationId xmlns:a16="http://schemas.microsoft.com/office/drawing/2014/main" id="{F1E17175-F69E-B227-F9EB-2E407A9CEA65}"/>
              </a:ext>
            </a:extLst>
          </p:cNvPr>
          <p:cNvPicPr>
            <a:picLocks noChangeAspect="1"/>
          </p:cNvPicPr>
          <p:nvPr/>
        </p:nvPicPr>
        <p:blipFill>
          <a:blip r:embed="rId4"/>
          <a:stretch>
            <a:fillRect/>
          </a:stretch>
        </p:blipFill>
        <p:spPr>
          <a:xfrm>
            <a:off x="0" y="3428999"/>
            <a:ext cx="6096000" cy="3429000"/>
          </a:xfrm>
          <a:prstGeom prst="rect">
            <a:avLst/>
          </a:prstGeom>
        </p:spPr>
      </p:pic>
      <p:pic>
        <p:nvPicPr>
          <p:cNvPr id="9" name="図 8">
            <a:extLst>
              <a:ext uri="{FF2B5EF4-FFF2-40B4-BE49-F238E27FC236}">
                <a16:creationId xmlns:a16="http://schemas.microsoft.com/office/drawing/2014/main" id="{497C05C1-F6CE-A661-35C4-FD137133A32A}"/>
              </a:ext>
            </a:extLst>
          </p:cNvPr>
          <p:cNvPicPr>
            <a:picLocks noChangeAspect="1"/>
          </p:cNvPicPr>
          <p:nvPr/>
        </p:nvPicPr>
        <p:blipFill>
          <a:blip r:embed="rId5"/>
          <a:stretch>
            <a:fillRect/>
          </a:stretch>
        </p:blipFill>
        <p:spPr>
          <a:xfrm>
            <a:off x="6095998" y="3428998"/>
            <a:ext cx="6096001" cy="3429001"/>
          </a:xfrm>
          <a:prstGeom prst="rect">
            <a:avLst/>
          </a:prstGeom>
        </p:spPr>
      </p:pic>
      <p:sp>
        <p:nvSpPr>
          <p:cNvPr id="11" name="テキスト ボックス 10">
            <a:extLst>
              <a:ext uri="{FF2B5EF4-FFF2-40B4-BE49-F238E27FC236}">
                <a16:creationId xmlns:a16="http://schemas.microsoft.com/office/drawing/2014/main" id="{CD78A0CE-D749-5D76-D72F-C7D85C39A9AA}"/>
              </a:ext>
            </a:extLst>
          </p:cNvPr>
          <p:cNvSpPr txBox="1"/>
          <p:nvPr/>
        </p:nvSpPr>
        <p:spPr>
          <a:xfrm>
            <a:off x="1943102" y="6356349"/>
            <a:ext cx="8305798" cy="461665"/>
          </a:xfrm>
          <a:prstGeom prst="rect">
            <a:avLst/>
          </a:prstGeom>
          <a:noFill/>
        </p:spPr>
        <p:txBody>
          <a:bodyPr wrap="square">
            <a:spAutoFit/>
          </a:bodyPr>
          <a:lstStyle/>
          <a:p>
            <a:pPr algn="ctr"/>
            <a:r>
              <a:rPr lang="en" altLang="ja-JP" sz="2400" b="1" dirty="0">
                <a:solidFill>
                  <a:srgbClr val="C00000"/>
                </a:solidFill>
                <a:latin typeface="Meiryo" panose="020B0604030504040204" pitchFamily="34" charset="-128"/>
                <a:ea typeface="Meiryo" panose="020B0604030504040204" pitchFamily="34" charset="-128"/>
              </a:rPr>
              <a:t>CI </a:t>
            </a:r>
            <a:r>
              <a:rPr lang="ja-JP" altLang="en-US" sz="2400" b="1">
                <a:solidFill>
                  <a:srgbClr val="C00000"/>
                </a:solidFill>
                <a:latin typeface="Meiryo" panose="020B0604030504040204" pitchFamily="34" charset="-128"/>
                <a:ea typeface="Meiryo" panose="020B0604030504040204" pitchFamily="34" charset="-128"/>
              </a:rPr>
              <a:t>が通ることは、レビューを受けるための前提条件です。</a:t>
            </a:r>
            <a:endParaRPr lang="ja-JP" altLang="en-US" sz="2400" b="1" dirty="0">
              <a:solidFill>
                <a:srgbClr val="C00000"/>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800239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B980F-7A27-B9FC-2F20-EF2795E117E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129B2BF-790B-608D-F0EF-60F6158C99D2}"/>
              </a:ext>
            </a:extLst>
          </p:cNvPr>
          <p:cNvSpPr>
            <a:spLocks noGrp="1"/>
          </p:cNvSpPr>
          <p:nvPr>
            <p:ph type="title"/>
          </p:nvPr>
        </p:nvSpPr>
        <p:spPr/>
        <p:txBody>
          <a:bodyPr/>
          <a:lstStyle/>
          <a:p>
            <a:r>
              <a:rPr kumimoji="1" lang="ja-JP" altLang="en-US"/>
              <a:t>目次</a:t>
            </a:r>
          </a:p>
        </p:txBody>
      </p:sp>
      <p:sp>
        <p:nvSpPr>
          <p:cNvPr id="7" name="コンテンツ プレースホルダー 6">
            <a:extLst>
              <a:ext uri="{FF2B5EF4-FFF2-40B4-BE49-F238E27FC236}">
                <a16:creationId xmlns:a16="http://schemas.microsoft.com/office/drawing/2014/main" id="{3E0B24ED-BEE3-B236-60F7-780C21F3C682}"/>
              </a:ext>
            </a:extLst>
          </p:cNvPr>
          <p:cNvSpPr>
            <a:spLocks noGrp="1"/>
          </p:cNvSpPr>
          <p:nvPr>
            <p:ph sz="half" idx="1"/>
          </p:nvPr>
        </p:nvSpPr>
        <p:spPr>
          <a:xfrm>
            <a:off x="838200" y="1825626"/>
            <a:ext cx="5181600" cy="3181272"/>
          </a:xfrm>
        </p:spPr>
        <p:txBody>
          <a:bodyPr>
            <a:normAutofit fontScale="85000" lnSpcReduction="10000"/>
          </a:bodyPr>
          <a:lstStyle/>
          <a:p>
            <a:pPr marL="742950" indent="-742950">
              <a:lnSpc>
                <a:spcPct val="110000"/>
              </a:lnSpc>
              <a:buFont typeface="+mj-lt"/>
              <a:buAutoNum type="arabicPeriod"/>
            </a:pPr>
            <a:r>
              <a:rPr lang="en" altLang="ja-JP" dirty="0"/>
              <a:t>OSS </a:t>
            </a:r>
            <a:r>
              <a:rPr lang="ja-JP" altLang="en-US"/>
              <a:t>開発とは</a:t>
            </a:r>
          </a:p>
          <a:p>
            <a:pPr marL="742950" indent="-742950">
              <a:lnSpc>
                <a:spcPct val="110000"/>
              </a:lnSpc>
              <a:buFont typeface="+mj-lt"/>
              <a:buAutoNum type="arabicPeriod"/>
            </a:pPr>
            <a:r>
              <a:rPr lang="ja-JP" altLang="en-US"/>
              <a:t>開発の流れ</a:t>
            </a:r>
          </a:p>
          <a:p>
            <a:pPr marL="742950" indent="-742950">
              <a:lnSpc>
                <a:spcPct val="110000"/>
              </a:lnSpc>
              <a:buFont typeface="+mj-lt"/>
              <a:buAutoNum type="arabicPeriod"/>
            </a:pPr>
            <a:r>
              <a:rPr lang="ja-JP" altLang="en-US"/>
              <a:t>プロジェクトの見方</a:t>
            </a:r>
          </a:p>
          <a:p>
            <a:pPr marL="742950" indent="-742950">
              <a:lnSpc>
                <a:spcPct val="110000"/>
              </a:lnSpc>
              <a:buFont typeface="+mj-lt"/>
              <a:buAutoNum type="arabicPeriod"/>
            </a:pPr>
            <a:r>
              <a:rPr lang="en" altLang="ja-JP" dirty="0"/>
              <a:t>Code of Conduct</a:t>
            </a:r>
          </a:p>
        </p:txBody>
      </p:sp>
      <p:sp>
        <p:nvSpPr>
          <p:cNvPr id="4" name="コンテンツ プレースホルダー 3">
            <a:extLst>
              <a:ext uri="{FF2B5EF4-FFF2-40B4-BE49-F238E27FC236}">
                <a16:creationId xmlns:a16="http://schemas.microsoft.com/office/drawing/2014/main" id="{AD614E24-0AD4-BA7D-5307-BFB254039BC1}"/>
              </a:ext>
            </a:extLst>
          </p:cNvPr>
          <p:cNvSpPr>
            <a:spLocks noGrp="1"/>
          </p:cNvSpPr>
          <p:nvPr>
            <p:ph sz="half" idx="2"/>
          </p:nvPr>
        </p:nvSpPr>
        <p:spPr>
          <a:xfrm>
            <a:off x="6172199" y="1825625"/>
            <a:ext cx="5268951" cy="3861497"/>
          </a:xfrm>
        </p:spPr>
        <p:txBody>
          <a:bodyPr>
            <a:normAutofit fontScale="85000" lnSpcReduction="10000"/>
          </a:bodyPr>
          <a:lstStyle/>
          <a:p>
            <a:pPr marL="742950" indent="-742950">
              <a:lnSpc>
                <a:spcPct val="110000"/>
              </a:lnSpc>
              <a:buFont typeface="+mj-lt"/>
              <a:buAutoNum type="arabicPeriod" startAt="5"/>
            </a:pPr>
            <a:r>
              <a:rPr lang="en" altLang="ja-JP" dirty="0">
                <a:latin typeface="Meiryo"/>
              </a:rPr>
              <a:t>Issue </a:t>
            </a:r>
            <a:r>
              <a:rPr lang="ja-JP" altLang="en-US">
                <a:latin typeface="Meiryo"/>
              </a:rPr>
              <a:t>の選び方　</a:t>
            </a:r>
            <a:endParaRPr lang="en-US" altLang="ja-JP" dirty="0">
              <a:latin typeface="Meiryo"/>
            </a:endParaRPr>
          </a:p>
          <a:p>
            <a:pPr marL="742950" indent="-742950">
              <a:lnSpc>
                <a:spcPct val="110000"/>
              </a:lnSpc>
              <a:buFont typeface="+mj-lt"/>
              <a:buAutoNum type="arabicPeriod" startAt="5"/>
            </a:pPr>
            <a:r>
              <a:rPr lang="en" altLang="ja-JP" dirty="0">
                <a:latin typeface="Meiryo"/>
              </a:rPr>
              <a:t>commit </a:t>
            </a:r>
            <a:r>
              <a:rPr lang="ja-JP" altLang="en-US">
                <a:latin typeface="Meiryo"/>
              </a:rPr>
              <a:t>と </a:t>
            </a:r>
            <a:r>
              <a:rPr lang="en" altLang="ja-JP" dirty="0">
                <a:latin typeface="Meiryo"/>
              </a:rPr>
              <a:t>PR</a:t>
            </a:r>
            <a:r>
              <a:rPr lang="ja-JP" altLang="en">
                <a:latin typeface="Meiryo"/>
              </a:rPr>
              <a:t>　</a:t>
            </a:r>
            <a:endParaRPr lang="en-US" altLang="ja-JP" dirty="0">
              <a:latin typeface="Meiryo"/>
            </a:endParaRPr>
          </a:p>
          <a:p>
            <a:pPr marL="742950" indent="-742950">
              <a:lnSpc>
                <a:spcPct val="110000"/>
              </a:lnSpc>
              <a:buFont typeface="+mj-lt"/>
              <a:buAutoNum type="arabicPeriod" startAt="5"/>
            </a:pPr>
            <a:r>
              <a:rPr lang="ja-JP" altLang="en-US">
                <a:latin typeface="Meiryo"/>
              </a:rPr>
              <a:t>レビューと </a:t>
            </a:r>
            <a:r>
              <a:rPr lang="en" altLang="ja-JP" dirty="0">
                <a:latin typeface="Meiryo"/>
              </a:rPr>
              <a:t>conflict</a:t>
            </a:r>
          </a:p>
          <a:p>
            <a:pPr marL="742950" indent="-742950">
              <a:lnSpc>
                <a:spcPct val="110000"/>
              </a:lnSpc>
              <a:buFont typeface="+mj-lt"/>
              <a:buAutoNum type="arabicPeriod" startAt="5"/>
            </a:pPr>
            <a:r>
              <a:rPr lang="en" altLang="ja-JP" dirty="0">
                <a:latin typeface="Meiryo"/>
              </a:rPr>
              <a:t>AI </a:t>
            </a:r>
            <a:r>
              <a:rPr lang="ja-JP" altLang="en-US">
                <a:latin typeface="Meiryo"/>
              </a:rPr>
              <a:t>の使い方</a:t>
            </a:r>
          </a:p>
        </p:txBody>
      </p:sp>
      <p:sp>
        <p:nvSpPr>
          <p:cNvPr id="5" name="日付プレースホルダー 4">
            <a:extLst>
              <a:ext uri="{FF2B5EF4-FFF2-40B4-BE49-F238E27FC236}">
                <a16:creationId xmlns:a16="http://schemas.microsoft.com/office/drawing/2014/main" id="{FE4A1AF8-4FEC-D455-0255-BDAB55BC586C}"/>
              </a:ext>
            </a:extLst>
          </p:cNvPr>
          <p:cNvSpPr>
            <a:spLocks noGrp="1"/>
          </p:cNvSpPr>
          <p:nvPr>
            <p:ph type="dt" sz="half" idx="10"/>
          </p:nvPr>
        </p:nvSpPr>
        <p:spPr/>
        <p:txBody>
          <a:bodyPr/>
          <a:lstStyle/>
          <a:p>
            <a:r>
              <a:rPr kumimoji="1" lang="en-US" altLang="ja-JP"/>
              <a:t>2026/10/29</a:t>
            </a:r>
            <a:endParaRPr kumimoji="1" lang="ja-JP" altLang="en-US"/>
          </a:p>
        </p:txBody>
      </p:sp>
      <p:sp>
        <p:nvSpPr>
          <p:cNvPr id="6" name="スライド番号プレースホルダー 5">
            <a:extLst>
              <a:ext uri="{FF2B5EF4-FFF2-40B4-BE49-F238E27FC236}">
                <a16:creationId xmlns:a16="http://schemas.microsoft.com/office/drawing/2014/main" id="{FE4DB3CB-18F3-C1C4-1582-B4DD68A75C4F}"/>
              </a:ext>
            </a:extLst>
          </p:cNvPr>
          <p:cNvSpPr>
            <a:spLocks noGrp="1"/>
          </p:cNvSpPr>
          <p:nvPr>
            <p:ph type="sldNum" sz="quarter" idx="12"/>
          </p:nvPr>
        </p:nvSpPr>
        <p:spPr/>
        <p:txBody>
          <a:bodyPr/>
          <a:lstStyle/>
          <a:p>
            <a:fld id="{74E5C2EA-A201-0F41-BE6C-96A0CC88D6B3}" type="slidenum">
              <a:rPr kumimoji="1" lang="ja-JP" altLang="en-US" smtClean="0"/>
              <a:t>19</a:t>
            </a:fld>
            <a:endParaRPr kumimoji="1" lang="ja-JP" altLang="en-US"/>
          </a:p>
        </p:txBody>
      </p:sp>
      <p:sp>
        <p:nvSpPr>
          <p:cNvPr id="3" name="正方形/長方形 2">
            <a:extLst>
              <a:ext uri="{FF2B5EF4-FFF2-40B4-BE49-F238E27FC236}">
                <a16:creationId xmlns:a16="http://schemas.microsoft.com/office/drawing/2014/main" id="{ADB4B24C-E9B1-FEBD-D5A9-E671EBDBB06C}"/>
              </a:ext>
            </a:extLst>
          </p:cNvPr>
          <p:cNvSpPr/>
          <p:nvPr/>
        </p:nvSpPr>
        <p:spPr>
          <a:xfrm>
            <a:off x="6096000" y="1598613"/>
            <a:ext cx="5333999" cy="3181272"/>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Text Placeholder 2">
            <a:extLst>
              <a:ext uri="{FF2B5EF4-FFF2-40B4-BE49-F238E27FC236}">
                <a16:creationId xmlns:a16="http://schemas.microsoft.com/office/drawing/2014/main" id="{2C894CAD-C73F-9E6E-FCD6-A3C88C03808F}"/>
              </a:ext>
            </a:extLst>
          </p:cNvPr>
          <p:cNvSpPr txBox="1">
            <a:spLocks/>
          </p:cNvSpPr>
          <p:nvPr/>
        </p:nvSpPr>
        <p:spPr>
          <a:xfrm>
            <a:off x="831850" y="4779885"/>
            <a:ext cx="10515600" cy="1309765"/>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4400" kern="1200">
                <a:solidFill>
                  <a:schemeClr val="tx1"/>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4000" kern="1200">
                <a:solidFill>
                  <a:schemeClr val="tx1"/>
                </a:solidFill>
                <a:latin typeface="Meiryo" panose="020B0604030504040204" pitchFamily="34" charset="-128"/>
                <a:ea typeface="Meiryo" panose="020B0604030504040204" pitchFamily="34"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3600" kern="1200">
                <a:solidFill>
                  <a:schemeClr val="tx1"/>
                </a:solidFill>
                <a:latin typeface="Meiryo" panose="020B0604030504040204" pitchFamily="34" charset="-128"/>
                <a:ea typeface="Meiryo" panose="020B0604030504040204" pitchFamily="34"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3200" kern="1200">
                <a:solidFill>
                  <a:schemeClr val="tx1"/>
                </a:solidFill>
                <a:latin typeface="Meiryo" panose="020B0604030504040204" pitchFamily="34" charset="-128"/>
                <a:ea typeface="Meiryo" panose="020B0604030504040204" pitchFamily="34"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2800" kern="1200">
                <a:solidFill>
                  <a:schemeClr val="tx1"/>
                </a:solidFill>
                <a:latin typeface="Meiryo" panose="020B0604030504040204" pitchFamily="34" charset="-128"/>
                <a:ea typeface="Meiryo"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400">
                <a:solidFill>
                  <a:schemeClr val="tx1">
                    <a:lumMod val="50000"/>
                    <a:lumOff val="50000"/>
                  </a:schemeClr>
                </a:solidFill>
                <a:latin typeface="Meiryo"/>
              </a:rPr>
              <a:t>誰もが安心して参加できる場のための約束です。</a:t>
            </a:r>
          </a:p>
        </p:txBody>
      </p:sp>
      <p:sp>
        <p:nvSpPr>
          <p:cNvPr id="10" name="正方形/長方形 9">
            <a:extLst>
              <a:ext uri="{FF2B5EF4-FFF2-40B4-BE49-F238E27FC236}">
                <a16:creationId xmlns:a16="http://schemas.microsoft.com/office/drawing/2014/main" id="{C382D069-0691-5629-071D-5A11E05EA722}"/>
              </a:ext>
            </a:extLst>
          </p:cNvPr>
          <p:cNvSpPr/>
          <p:nvPr/>
        </p:nvSpPr>
        <p:spPr>
          <a:xfrm>
            <a:off x="781050" y="1584363"/>
            <a:ext cx="5333999" cy="2273534"/>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135751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152619-6359-8AEB-DF0F-32C0F44C2370}"/>
              </a:ext>
            </a:extLst>
          </p:cNvPr>
          <p:cNvSpPr>
            <a:spLocks noGrp="1"/>
          </p:cNvSpPr>
          <p:nvPr>
            <p:ph type="title"/>
          </p:nvPr>
        </p:nvSpPr>
        <p:spPr/>
        <p:txBody>
          <a:bodyPr/>
          <a:lstStyle/>
          <a:p>
            <a:r>
              <a:rPr kumimoji="1" lang="en-US" altLang="ja-JP" dirty="0"/>
              <a:t>Code of Conduct</a:t>
            </a:r>
            <a:br>
              <a:rPr kumimoji="1" lang="en-US" altLang="ja-JP" dirty="0"/>
            </a:br>
            <a:r>
              <a:rPr kumimoji="1" lang="ja-JP" altLang="en-US"/>
              <a:t>（</a:t>
            </a:r>
            <a:r>
              <a:rPr kumimoji="1" lang="en-US" altLang="ja-JP" dirty="0"/>
              <a:t>CoC; </a:t>
            </a:r>
            <a:r>
              <a:rPr kumimoji="1" lang="ja-JP" altLang="en-US"/>
              <a:t>行動規範）</a:t>
            </a:r>
          </a:p>
        </p:txBody>
      </p:sp>
      <p:sp>
        <p:nvSpPr>
          <p:cNvPr id="7" name="コンテンツ プレースホルダー 6">
            <a:extLst>
              <a:ext uri="{FF2B5EF4-FFF2-40B4-BE49-F238E27FC236}">
                <a16:creationId xmlns:a16="http://schemas.microsoft.com/office/drawing/2014/main" id="{A2DBDD57-8EB6-F492-EBFA-927E54C027A0}"/>
              </a:ext>
            </a:extLst>
          </p:cNvPr>
          <p:cNvSpPr>
            <a:spLocks noGrp="1"/>
          </p:cNvSpPr>
          <p:nvPr>
            <p:ph idx="1"/>
          </p:nvPr>
        </p:nvSpPr>
        <p:spPr>
          <a:xfrm>
            <a:off x="838200" y="1825625"/>
            <a:ext cx="10515600" cy="4895850"/>
          </a:xfrm>
        </p:spPr>
        <p:txBody>
          <a:bodyPr>
            <a:normAutofit fontScale="70000" lnSpcReduction="20000"/>
          </a:bodyPr>
          <a:lstStyle/>
          <a:p>
            <a:pPr>
              <a:lnSpc>
                <a:spcPct val="120000"/>
              </a:lnSpc>
            </a:pPr>
            <a:r>
              <a:rPr lang="ja-JP" altLang="en-US"/>
              <a:t>コミュニティへの参加者が守るべき約束が書かれている。</a:t>
            </a:r>
            <a:endParaRPr lang="en-US" altLang="ja-JP" dirty="0"/>
          </a:p>
          <a:p>
            <a:pPr lvl="1">
              <a:lnSpc>
                <a:spcPct val="120000"/>
              </a:lnSpc>
            </a:pPr>
            <a:r>
              <a:rPr lang="ja-JP" altLang="en-US"/>
              <a:t>望ましい行動、望ましくない行動、問題があった時の連絡先など。</a:t>
            </a:r>
            <a:endParaRPr lang="en-US" altLang="ja-JP" dirty="0"/>
          </a:p>
          <a:p>
            <a:pPr>
              <a:lnSpc>
                <a:spcPct val="120000"/>
              </a:lnSpc>
            </a:pPr>
            <a:r>
              <a:rPr lang="ja-JP" altLang="en-US"/>
              <a:t>年齢、国籍、人種、経験の多寡に関係なく、誰もが安心して参加できる場を作る。</a:t>
            </a:r>
            <a:endParaRPr lang="en-US" altLang="ja-JP" dirty="0"/>
          </a:p>
          <a:p>
            <a:pPr>
              <a:lnSpc>
                <a:spcPct val="120000"/>
              </a:lnSpc>
            </a:pPr>
            <a:r>
              <a:rPr lang="ja-JP" altLang="en-US"/>
              <a:t>多くの</a:t>
            </a:r>
            <a:r>
              <a:rPr lang="en-US" altLang="ja-JP" dirty="0"/>
              <a:t>OSS</a:t>
            </a:r>
            <a:r>
              <a:rPr lang="ja-JP" altLang="en-US"/>
              <a:t>が採用している。</a:t>
            </a:r>
            <a:endParaRPr lang="en-US" altLang="ja-JP" dirty="0"/>
          </a:p>
          <a:p>
            <a:pPr>
              <a:lnSpc>
                <a:spcPct val="120000"/>
              </a:lnSpc>
            </a:pPr>
            <a:r>
              <a:rPr lang="ja-JP" altLang="en-US"/>
              <a:t>プロジェクトのすべての場で適用される。</a:t>
            </a:r>
            <a:endParaRPr lang="en-US" altLang="ja-JP" dirty="0"/>
          </a:p>
          <a:p>
            <a:pPr lvl="1">
              <a:lnSpc>
                <a:spcPct val="120000"/>
              </a:lnSpc>
            </a:pPr>
            <a:r>
              <a:rPr lang="en-US" altLang="ja-JP" dirty="0"/>
              <a:t>Issue</a:t>
            </a:r>
            <a:r>
              <a:rPr lang="ja-JP" altLang="en-US"/>
              <a:t>、</a:t>
            </a:r>
            <a:r>
              <a:rPr lang="en-US" altLang="ja-JP" dirty="0"/>
              <a:t>PR</a:t>
            </a:r>
            <a:r>
              <a:rPr lang="ja-JP" altLang="en-US"/>
              <a:t>、コメントなど。</a:t>
            </a:r>
            <a:endParaRPr lang="en-US" altLang="ja-JP" dirty="0"/>
          </a:p>
          <a:p>
            <a:pPr lvl="1">
              <a:lnSpc>
                <a:spcPct val="120000"/>
              </a:lnSpc>
            </a:pPr>
            <a:r>
              <a:rPr lang="ja-JP" altLang="en-US"/>
              <a:t>参加する前に読んでおこう。</a:t>
            </a:r>
          </a:p>
        </p:txBody>
      </p:sp>
      <p:sp>
        <p:nvSpPr>
          <p:cNvPr id="5" name="日付プレースホルダー 4">
            <a:extLst>
              <a:ext uri="{FF2B5EF4-FFF2-40B4-BE49-F238E27FC236}">
                <a16:creationId xmlns:a16="http://schemas.microsoft.com/office/drawing/2014/main" id="{32B5FDF7-3A7F-064D-28C0-3AC9410D3203}"/>
              </a:ext>
            </a:extLst>
          </p:cNvPr>
          <p:cNvSpPr>
            <a:spLocks noGrp="1"/>
          </p:cNvSpPr>
          <p:nvPr>
            <p:ph type="dt" sz="half" idx="10"/>
          </p:nvPr>
        </p:nvSpPr>
        <p:spPr/>
        <p:txBody>
          <a:bodyPr/>
          <a:lstStyle/>
          <a:p>
            <a:r>
              <a:rPr kumimoji="1" lang="en-US" altLang="ja-JP"/>
              <a:t>2026/10/29</a:t>
            </a:r>
            <a:endParaRPr kumimoji="1" lang="ja-JP" altLang="en-US"/>
          </a:p>
        </p:txBody>
      </p:sp>
      <p:sp>
        <p:nvSpPr>
          <p:cNvPr id="6" name="スライド番号プレースホルダー 5">
            <a:extLst>
              <a:ext uri="{FF2B5EF4-FFF2-40B4-BE49-F238E27FC236}">
                <a16:creationId xmlns:a16="http://schemas.microsoft.com/office/drawing/2014/main" id="{7421A57B-709B-FFB4-FBB3-0588751002A5}"/>
              </a:ext>
            </a:extLst>
          </p:cNvPr>
          <p:cNvSpPr>
            <a:spLocks noGrp="1"/>
          </p:cNvSpPr>
          <p:nvPr>
            <p:ph type="sldNum" sz="quarter" idx="12"/>
          </p:nvPr>
        </p:nvSpPr>
        <p:spPr/>
        <p:txBody>
          <a:bodyPr/>
          <a:lstStyle/>
          <a:p>
            <a:fld id="{74E5C2EA-A201-0F41-BE6C-96A0CC88D6B3}" type="slidenum">
              <a:rPr kumimoji="1" lang="ja-JP" altLang="en-US" smtClean="0"/>
              <a:t>20</a:t>
            </a:fld>
            <a:endParaRPr kumimoji="1" lang="ja-JP" altLang="en-US"/>
          </a:p>
        </p:txBody>
      </p:sp>
    </p:spTree>
    <p:extLst>
      <p:ext uri="{BB962C8B-B14F-4D97-AF65-F5344CB8AC3E}">
        <p14:creationId xmlns:p14="http://schemas.microsoft.com/office/powerpoint/2010/main" val="767557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E83B58-7391-7060-D079-BF1B93700964}"/>
              </a:ext>
            </a:extLst>
          </p:cNvPr>
          <p:cNvSpPr>
            <a:spLocks noGrp="1"/>
          </p:cNvSpPr>
          <p:nvPr>
            <p:ph type="title"/>
          </p:nvPr>
        </p:nvSpPr>
        <p:spPr/>
        <p:txBody>
          <a:bodyPr/>
          <a:lstStyle/>
          <a:p>
            <a:r>
              <a:rPr lang="ja-JP" altLang="en-US"/>
              <a:t>定番の</a:t>
            </a:r>
            <a:r>
              <a:rPr lang="en-US" altLang="ja-JP" dirty="0"/>
              <a:t>CoC</a:t>
            </a:r>
            <a:endParaRPr kumimoji="1" lang="ja-JP" altLang="en-US"/>
          </a:p>
        </p:txBody>
      </p:sp>
      <p:sp>
        <p:nvSpPr>
          <p:cNvPr id="6" name="コンテンツ プレースホルダー 5">
            <a:extLst>
              <a:ext uri="{FF2B5EF4-FFF2-40B4-BE49-F238E27FC236}">
                <a16:creationId xmlns:a16="http://schemas.microsoft.com/office/drawing/2014/main" id="{ED6C993F-EA40-0688-F140-06F1706E433E}"/>
              </a:ext>
            </a:extLst>
          </p:cNvPr>
          <p:cNvSpPr>
            <a:spLocks noGrp="1"/>
          </p:cNvSpPr>
          <p:nvPr>
            <p:ph sz="half" idx="1"/>
          </p:nvPr>
        </p:nvSpPr>
        <p:spPr>
          <a:xfrm>
            <a:off x="838200" y="1825624"/>
            <a:ext cx="5181600" cy="4667251"/>
          </a:xfrm>
        </p:spPr>
        <p:txBody>
          <a:bodyPr>
            <a:normAutofit fontScale="62500" lnSpcReduction="20000"/>
          </a:bodyPr>
          <a:lstStyle/>
          <a:p>
            <a:pPr>
              <a:lnSpc>
                <a:spcPct val="120000"/>
              </a:lnSpc>
            </a:pPr>
            <a:r>
              <a:rPr lang="ja-JP" altLang="en-US"/>
              <a:t>望ましい行動</a:t>
            </a:r>
          </a:p>
          <a:p>
            <a:pPr lvl="1">
              <a:lnSpc>
                <a:spcPct val="120000"/>
              </a:lnSpc>
            </a:pPr>
            <a:r>
              <a:rPr lang="ja-JP" altLang="en-US"/>
              <a:t>他の人に、敬意をもって親切に接します。</a:t>
            </a:r>
          </a:p>
          <a:p>
            <a:pPr lvl="1">
              <a:lnSpc>
                <a:spcPct val="120000"/>
              </a:lnSpc>
            </a:pPr>
            <a:r>
              <a:rPr lang="ja-JP" altLang="en-US"/>
              <a:t>コードや文章について、コメントします。</a:t>
            </a:r>
          </a:p>
          <a:p>
            <a:pPr lvl="1">
              <a:lnSpc>
                <a:spcPct val="120000"/>
              </a:lnSpc>
            </a:pPr>
            <a:r>
              <a:rPr lang="ja-JP" altLang="en-US"/>
              <a:t>指摘には、感謝を添えて返します。</a:t>
            </a:r>
          </a:p>
          <a:p>
            <a:pPr lvl="1">
              <a:lnSpc>
                <a:spcPct val="120000"/>
              </a:lnSpc>
            </a:pPr>
            <a:r>
              <a:rPr lang="ja-JP" altLang="en-US"/>
              <a:t>間違えたときは、謝って、そこから学びます。</a:t>
            </a:r>
          </a:p>
          <a:p>
            <a:pPr lvl="1">
              <a:lnSpc>
                <a:spcPct val="120000"/>
              </a:lnSpc>
            </a:pPr>
            <a:r>
              <a:rPr lang="ja-JP" altLang="en-US"/>
              <a:t>質問を歓迎します。</a:t>
            </a:r>
          </a:p>
        </p:txBody>
      </p:sp>
      <p:sp>
        <p:nvSpPr>
          <p:cNvPr id="7" name="コンテンツ プレースホルダー 6">
            <a:extLst>
              <a:ext uri="{FF2B5EF4-FFF2-40B4-BE49-F238E27FC236}">
                <a16:creationId xmlns:a16="http://schemas.microsoft.com/office/drawing/2014/main" id="{3463F617-2D36-F033-C4E7-3B8BD8F82ECD}"/>
              </a:ext>
            </a:extLst>
          </p:cNvPr>
          <p:cNvSpPr>
            <a:spLocks noGrp="1"/>
          </p:cNvSpPr>
          <p:nvPr>
            <p:ph sz="half" idx="2"/>
          </p:nvPr>
        </p:nvSpPr>
        <p:spPr>
          <a:xfrm>
            <a:off x="6172200" y="1825624"/>
            <a:ext cx="5613400" cy="4667251"/>
          </a:xfrm>
        </p:spPr>
        <p:txBody>
          <a:bodyPr>
            <a:normAutofit fontScale="62500" lnSpcReduction="20000"/>
          </a:bodyPr>
          <a:lstStyle/>
          <a:p>
            <a:pPr>
              <a:lnSpc>
                <a:spcPct val="120000"/>
              </a:lnSpc>
            </a:pPr>
            <a:r>
              <a:rPr lang="ja-JP" altLang="en-US"/>
              <a:t>避けること</a:t>
            </a:r>
          </a:p>
          <a:p>
            <a:pPr lvl="1">
              <a:lnSpc>
                <a:spcPct val="120000"/>
              </a:lnSpc>
            </a:pPr>
            <a:r>
              <a:rPr lang="ja-JP" altLang="en-US"/>
              <a:t>人への攻撃、侮辱、嘲笑はしません。</a:t>
            </a:r>
          </a:p>
          <a:p>
            <a:pPr lvl="1">
              <a:lnSpc>
                <a:spcPct val="120000"/>
              </a:lnSpc>
            </a:pPr>
            <a:r>
              <a:rPr lang="ja-JP" altLang="en-US"/>
              <a:t>「そんなことも知らないのか」という態度をとりません。</a:t>
            </a:r>
          </a:p>
          <a:p>
            <a:pPr lvl="1">
              <a:lnSpc>
                <a:spcPct val="120000"/>
              </a:lnSpc>
            </a:pPr>
            <a:r>
              <a:rPr lang="ja-JP" altLang="en-US"/>
              <a:t>他の人の個人情報を、公開しません。</a:t>
            </a:r>
          </a:p>
          <a:p>
            <a:pPr lvl="1">
              <a:lnSpc>
                <a:spcPct val="120000"/>
              </a:lnSpc>
            </a:pPr>
            <a:r>
              <a:rPr lang="ja-JP" altLang="en-US"/>
              <a:t>宣言のある </a:t>
            </a:r>
            <a:r>
              <a:rPr lang="en" altLang="ja-JP" dirty="0"/>
              <a:t>Issue </a:t>
            </a:r>
            <a:r>
              <a:rPr lang="ja-JP" altLang="en-US"/>
              <a:t>を、黙って取りません。</a:t>
            </a:r>
          </a:p>
          <a:p>
            <a:pPr lvl="1">
              <a:lnSpc>
                <a:spcPct val="120000"/>
              </a:lnSpc>
            </a:pPr>
            <a:r>
              <a:rPr lang="ja-JP" altLang="en-US"/>
              <a:t>他人の成果を、自分のものとして出しません。</a:t>
            </a:r>
          </a:p>
        </p:txBody>
      </p:sp>
      <p:sp>
        <p:nvSpPr>
          <p:cNvPr id="4" name="日付プレースホルダー 3">
            <a:extLst>
              <a:ext uri="{FF2B5EF4-FFF2-40B4-BE49-F238E27FC236}">
                <a16:creationId xmlns:a16="http://schemas.microsoft.com/office/drawing/2014/main" id="{597169B6-D5FE-F4AE-3DBC-420A711B004E}"/>
              </a:ext>
            </a:extLst>
          </p:cNvPr>
          <p:cNvSpPr>
            <a:spLocks noGrp="1"/>
          </p:cNvSpPr>
          <p:nvPr>
            <p:ph type="dt" sz="half" idx="10"/>
          </p:nvPr>
        </p:nvSpPr>
        <p:spPr/>
        <p:txBody>
          <a:bodyPr/>
          <a:lstStyle/>
          <a:p>
            <a:r>
              <a:rPr kumimoji="1" lang="en-US" altLang="ja-JP"/>
              <a:t>2026/10/29</a:t>
            </a:r>
            <a:endParaRPr kumimoji="1" lang="ja-JP" altLang="en-US"/>
          </a:p>
        </p:txBody>
      </p:sp>
      <p:sp>
        <p:nvSpPr>
          <p:cNvPr id="5" name="スライド番号プレースホルダー 4">
            <a:extLst>
              <a:ext uri="{FF2B5EF4-FFF2-40B4-BE49-F238E27FC236}">
                <a16:creationId xmlns:a16="http://schemas.microsoft.com/office/drawing/2014/main" id="{371DB53B-BF3C-EE47-842A-FD7BEB3D5D94}"/>
              </a:ext>
            </a:extLst>
          </p:cNvPr>
          <p:cNvSpPr>
            <a:spLocks noGrp="1"/>
          </p:cNvSpPr>
          <p:nvPr>
            <p:ph type="sldNum" sz="quarter" idx="12"/>
          </p:nvPr>
        </p:nvSpPr>
        <p:spPr/>
        <p:txBody>
          <a:bodyPr/>
          <a:lstStyle/>
          <a:p>
            <a:fld id="{74E5C2EA-A201-0F41-BE6C-96A0CC88D6B3}" type="slidenum">
              <a:rPr kumimoji="1" lang="ja-JP" altLang="en-US" smtClean="0"/>
              <a:t>21</a:t>
            </a:fld>
            <a:endParaRPr kumimoji="1" lang="ja-JP" altLang="en-US"/>
          </a:p>
        </p:txBody>
      </p:sp>
    </p:spTree>
    <p:extLst>
      <p:ext uri="{BB962C8B-B14F-4D97-AF65-F5344CB8AC3E}">
        <p14:creationId xmlns:p14="http://schemas.microsoft.com/office/powerpoint/2010/main" val="1938644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6F595-932F-7B25-9387-D27E2C3A669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616CCB3-75F7-3665-09AB-1D9337C6CE9D}"/>
              </a:ext>
            </a:extLst>
          </p:cNvPr>
          <p:cNvSpPr>
            <a:spLocks noGrp="1"/>
          </p:cNvSpPr>
          <p:nvPr>
            <p:ph type="title"/>
          </p:nvPr>
        </p:nvSpPr>
        <p:spPr/>
        <p:txBody>
          <a:bodyPr/>
          <a:lstStyle/>
          <a:p>
            <a:r>
              <a:rPr kumimoji="1" lang="ja-JP" altLang="en-US"/>
              <a:t>目次</a:t>
            </a:r>
          </a:p>
        </p:txBody>
      </p:sp>
      <p:sp>
        <p:nvSpPr>
          <p:cNvPr id="7" name="コンテンツ プレースホルダー 6">
            <a:extLst>
              <a:ext uri="{FF2B5EF4-FFF2-40B4-BE49-F238E27FC236}">
                <a16:creationId xmlns:a16="http://schemas.microsoft.com/office/drawing/2014/main" id="{63BC80D3-911B-C118-3770-894640A9F851}"/>
              </a:ext>
            </a:extLst>
          </p:cNvPr>
          <p:cNvSpPr>
            <a:spLocks noGrp="1"/>
          </p:cNvSpPr>
          <p:nvPr>
            <p:ph sz="half" idx="1"/>
          </p:nvPr>
        </p:nvSpPr>
        <p:spPr>
          <a:xfrm>
            <a:off x="838200" y="1825626"/>
            <a:ext cx="5181600" cy="3181272"/>
          </a:xfrm>
        </p:spPr>
        <p:txBody>
          <a:bodyPr>
            <a:normAutofit fontScale="85000" lnSpcReduction="10000"/>
          </a:bodyPr>
          <a:lstStyle/>
          <a:p>
            <a:pPr marL="742950" indent="-742950">
              <a:lnSpc>
                <a:spcPct val="110000"/>
              </a:lnSpc>
              <a:buFont typeface="+mj-lt"/>
              <a:buAutoNum type="arabicPeriod"/>
            </a:pPr>
            <a:r>
              <a:rPr lang="en" altLang="ja-JP" dirty="0"/>
              <a:t>OSS </a:t>
            </a:r>
            <a:r>
              <a:rPr lang="ja-JP" altLang="en-US"/>
              <a:t>開発とは</a:t>
            </a:r>
          </a:p>
          <a:p>
            <a:pPr marL="742950" indent="-742950">
              <a:lnSpc>
                <a:spcPct val="110000"/>
              </a:lnSpc>
              <a:buFont typeface="+mj-lt"/>
              <a:buAutoNum type="arabicPeriod"/>
            </a:pPr>
            <a:r>
              <a:rPr lang="ja-JP" altLang="en-US"/>
              <a:t>開発の流れ</a:t>
            </a:r>
          </a:p>
          <a:p>
            <a:pPr marL="742950" indent="-742950">
              <a:lnSpc>
                <a:spcPct val="110000"/>
              </a:lnSpc>
              <a:buFont typeface="+mj-lt"/>
              <a:buAutoNum type="arabicPeriod"/>
            </a:pPr>
            <a:r>
              <a:rPr lang="ja-JP" altLang="en-US"/>
              <a:t>プロジェクトの見方</a:t>
            </a:r>
          </a:p>
          <a:p>
            <a:pPr marL="742950" indent="-742950">
              <a:lnSpc>
                <a:spcPct val="110000"/>
              </a:lnSpc>
              <a:buFont typeface="+mj-lt"/>
              <a:buAutoNum type="arabicPeriod"/>
            </a:pPr>
            <a:r>
              <a:rPr lang="en" altLang="ja-JP" dirty="0"/>
              <a:t>Code of Conduct</a:t>
            </a:r>
          </a:p>
        </p:txBody>
      </p:sp>
      <p:sp>
        <p:nvSpPr>
          <p:cNvPr id="4" name="コンテンツ プレースホルダー 3">
            <a:extLst>
              <a:ext uri="{FF2B5EF4-FFF2-40B4-BE49-F238E27FC236}">
                <a16:creationId xmlns:a16="http://schemas.microsoft.com/office/drawing/2014/main" id="{AAB13543-CF3E-11F2-2314-A6268D58061C}"/>
              </a:ext>
            </a:extLst>
          </p:cNvPr>
          <p:cNvSpPr>
            <a:spLocks noGrp="1"/>
          </p:cNvSpPr>
          <p:nvPr>
            <p:ph sz="half" idx="2"/>
          </p:nvPr>
        </p:nvSpPr>
        <p:spPr>
          <a:xfrm>
            <a:off x="6172199" y="1825625"/>
            <a:ext cx="5268951" cy="3861497"/>
          </a:xfrm>
        </p:spPr>
        <p:txBody>
          <a:bodyPr>
            <a:normAutofit fontScale="85000" lnSpcReduction="10000"/>
          </a:bodyPr>
          <a:lstStyle/>
          <a:p>
            <a:pPr marL="742950" indent="-742950">
              <a:lnSpc>
                <a:spcPct val="110000"/>
              </a:lnSpc>
              <a:buFont typeface="+mj-lt"/>
              <a:buAutoNum type="arabicPeriod" startAt="5"/>
            </a:pPr>
            <a:r>
              <a:rPr lang="en" altLang="ja-JP" dirty="0">
                <a:latin typeface="Meiryo"/>
              </a:rPr>
              <a:t>Issue </a:t>
            </a:r>
            <a:r>
              <a:rPr lang="ja-JP" altLang="en-US">
                <a:latin typeface="Meiryo"/>
              </a:rPr>
              <a:t>の選び方　</a:t>
            </a:r>
            <a:endParaRPr lang="en-US" altLang="ja-JP" dirty="0">
              <a:latin typeface="Meiryo"/>
            </a:endParaRPr>
          </a:p>
          <a:p>
            <a:pPr marL="742950" indent="-742950">
              <a:lnSpc>
                <a:spcPct val="110000"/>
              </a:lnSpc>
              <a:buFont typeface="+mj-lt"/>
              <a:buAutoNum type="arabicPeriod" startAt="5"/>
            </a:pPr>
            <a:r>
              <a:rPr lang="en" altLang="ja-JP" dirty="0">
                <a:latin typeface="Meiryo"/>
              </a:rPr>
              <a:t>commit </a:t>
            </a:r>
            <a:r>
              <a:rPr lang="ja-JP" altLang="en-US">
                <a:latin typeface="Meiryo"/>
              </a:rPr>
              <a:t>と </a:t>
            </a:r>
            <a:r>
              <a:rPr lang="en" altLang="ja-JP" dirty="0">
                <a:latin typeface="Meiryo"/>
              </a:rPr>
              <a:t>PR</a:t>
            </a:r>
            <a:r>
              <a:rPr lang="ja-JP" altLang="en">
                <a:latin typeface="Meiryo"/>
              </a:rPr>
              <a:t>　</a:t>
            </a:r>
            <a:endParaRPr lang="en-US" altLang="ja-JP" dirty="0">
              <a:latin typeface="Meiryo"/>
            </a:endParaRPr>
          </a:p>
          <a:p>
            <a:pPr marL="742950" indent="-742950">
              <a:lnSpc>
                <a:spcPct val="110000"/>
              </a:lnSpc>
              <a:buFont typeface="+mj-lt"/>
              <a:buAutoNum type="arabicPeriod" startAt="5"/>
            </a:pPr>
            <a:r>
              <a:rPr lang="ja-JP" altLang="en-US">
                <a:latin typeface="Meiryo"/>
              </a:rPr>
              <a:t>レビューと </a:t>
            </a:r>
            <a:r>
              <a:rPr lang="en" altLang="ja-JP" dirty="0">
                <a:latin typeface="Meiryo"/>
              </a:rPr>
              <a:t>conflict</a:t>
            </a:r>
          </a:p>
          <a:p>
            <a:pPr marL="742950" indent="-742950">
              <a:lnSpc>
                <a:spcPct val="110000"/>
              </a:lnSpc>
              <a:buFont typeface="+mj-lt"/>
              <a:buAutoNum type="arabicPeriod" startAt="5"/>
            </a:pPr>
            <a:r>
              <a:rPr lang="en" altLang="ja-JP" dirty="0">
                <a:latin typeface="Meiryo"/>
              </a:rPr>
              <a:t>AI </a:t>
            </a:r>
            <a:r>
              <a:rPr lang="ja-JP" altLang="en-US">
                <a:latin typeface="Meiryo"/>
              </a:rPr>
              <a:t>の使い方</a:t>
            </a:r>
          </a:p>
        </p:txBody>
      </p:sp>
      <p:sp>
        <p:nvSpPr>
          <p:cNvPr id="5" name="日付プレースホルダー 4">
            <a:extLst>
              <a:ext uri="{FF2B5EF4-FFF2-40B4-BE49-F238E27FC236}">
                <a16:creationId xmlns:a16="http://schemas.microsoft.com/office/drawing/2014/main" id="{A49E885C-32D9-96EC-AAED-E10320D84127}"/>
              </a:ext>
            </a:extLst>
          </p:cNvPr>
          <p:cNvSpPr>
            <a:spLocks noGrp="1"/>
          </p:cNvSpPr>
          <p:nvPr>
            <p:ph type="dt" sz="half" idx="10"/>
          </p:nvPr>
        </p:nvSpPr>
        <p:spPr/>
        <p:txBody>
          <a:bodyPr/>
          <a:lstStyle/>
          <a:p>
            <a:r>
              <a:rPr kumimoji="1" lang="en-US" altLang="ja-JP"/>
              <a:t>2026/10/29</a:t>
            </a:r>
            <a:endParaRPr kumimoji="1" lang="ja-JP" altLang="en-US"/>
          </a:p>
        </p:txBody>
      </p:sp>
      <p:sp>
        <p:nvSpPr>
          <p:cNvPr id="6" name="スライド番号プレースホルダー 5">
            <a:extLst>
              <a:ext uri="{FF2B5EF4-FFF2-40B4-BE49-F238E27FC236}">
                <a16:creationId xmlns:a16="http://schemas.microsoft.com/office/drawing/2014/main" id="{D9A49658-7D02-54A1-9143-9099E1D2FB25}"/>
              </a:ext>
            </a:extLst>
          </p:cNvPr>
          <p:cNvSpPr>
            <a:spLocks noGrp="1"/>
          </p:cNvSpPr>
          <p:nvPr>
            <p:ph type="sldNum" sz="quarter" idx="12"/>
          </p:nvPr>
        </p:nvSpPr>
        <p:spPr/>
        <p:txBody>
          <a:bodyPr/>
          <a:lstStyle/>
          <a:p>
            <a:fld id="{74E5C2EA-A201-0F41-BE6C-96A0CC88D6B3}" type="slidenum">
              <a:rPr kumimoji="1" lang="ja-JP" altLang="en-US" smtClean="0"/>
              <a:t>22</a:t>
            </a:fld>
            <a:endParaRPr kumimoji="1" lang="ja-JP" altLang="en-US"/>
          </a:p>
        </p:txBody>
      </p:sp>
      <p:sp>
        <p:nvSpPr>
          <p:cNvPr id="3" name="正方形/長方形 2">
            <a:extLst>
              <a:ext uri="{FF2B5EF4-FFF2-40B4-BE49-F238E27FC236}">
                <a16:creationId xmlns:a16="http://schemas.microsoft.com/office/drawing/2014/main" id="{6EB9707B-1AF8-63AE-2759-3A51ACC3B2CD}"/>
              </a:ext>
            </a:extLst>
          </p:cNvPr>
          <p:cNvSpPr/>
          <p:nvPr/>
        </p:nvSpPr>
        <p:spPr>
          <a:xfrm>
            <a:off x="6096000" y="2489199"/>
            <a:ext cx="5333999" cy="2290685"/>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Text Placeholder 2">
            <a:extLst>
              <a:ext uri="{FF2B5EF4-FFF2-40B4-BE49-F238E27FC236}">
                <a16:creationId xmlns:a16="http://schemas.microsoft.com/office/drawing/2014/main" id="{3CD121AD-853C-E57C-315A-6C086E9C42A7}"/>
              </a:ext>
            </a:extLst>
          </p:cNvPr>
          <p:cNvSpPr txBox="1">
            <a:spLocks/>
          </p:cNvSpPr>
          <p:nvPr/>
        </p:nvSpPr>
        <p:spPr>
          <a:xfrm>
            <a:off x="831850" y="4779885"/>
            <a:ext cx="10515600" cy="1309765"/>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4400" kern="1200">
                <a:solidFill>
                  <a:schemeClr val="tx1"/>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4000" kern="1200">
                <a:solidFill>
                  <a:schemeClr val="tx1"/>
                </a:solidFill>
                <a:latin typeface="Meiryo" panose="020B0604030504040204" pitchFamily="34" charset="-128"/>
                <a:ea typeface="Meiryo" panose="020B0604030504040204" pitchFamily="34"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3600" kern="1200">
                <a:solidFill>
                  <a:schemeClr val="tx1"/>
                </a:solidFill>
                <a:latin typeface="Meiryo" panose="020B0604030504040204" pitchFamily="34" charset="-128"/>
                <a:ea typeface="Meiryo" panose="020B0604030504040204" pitchFamily="34"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3200" kern="1200">
                <a:solidFill>
                  <a:schemeClr val="tx1"/>
                </a:solidFill>
                <a:latin typeface="Meiryo" panose="020B0604030504040204" pitchFamily="34" charset="-128"/>
                <a:ea typeface="Meiryo" panose="020B0604030504040204" pitchFamily="34"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2800" kern="1200">
                <a:solidFill>
                  <a:schemeClr val="tx1"/>
                </a:solidFill>
                <a:latin typeface="Meiryo" panose="020B0604030504040204" pitchFamily="34" charset="-128"/>
                <a:ea typeface="Meiryo"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400">
                <a:solidFill>
                  <a:schemeClr val="tx1">
                    <a:lumMod val="50000"/>
                    <a:lumOff val="50000"/>
                  </a:schemeClr>
                </a:solidFill>
                <a:latin typeface="Meiryo"/>
              </a:rPr>
              <a:t>読んで、選んで、宣言しよう。</a:t>
            </a:r>
          </a:p>
        </p:txBody>
      </p:sp>
      <p:sp>
        <p:nvSpPr>
          <p:cNvPr id="10" name="正方形/長方形 9">
            <a:extLst>
              <a:ext uri="{FF2B5EF4-FFF2-40B4-BE49-F238E27FC236}">
                <a16:creationId xmlns:a16="http://schemas.microsoft.com/office/drawing/2014/main" id="{74C2EDE6-7D65-181E-C2D2-F6688D117FFD}"/>
              </a:ext>
            </a:extLst>
          </p:cNvPr>
          <p:cNvSpPr/>
          <p:nvPr/>
        </p:nvSpPr>
        <p:spPr>
          <a:xfrm>
            <a:off x="781050" y="1584363"/>
            <a:ext cx="5333999" cy="2928822"/>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93521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コンテンツ プレースホルダー 9">
            <a:extLst>
              <a:ext uri="{FF2B5EF4-FFF2-40B4-BE49-F238E27FC236}">
                <a16:creationId xmlns:a16="http://schemas.microsoft.com/office/drawing/2014/main" id="{2563F3ED-C303-8016-B6CD-AF37FDA906CD}"/>
              </a:ext>
            </a:extLst>
          </p:cNvPr>
          <p:cNvSpPr>
            <a:spLocks noGrp="1"/>
          </p:cNvSpPr>
          <p:nvPr>
            <p:ph idx="1"/>
          </p:nvPr>
        </p:nvSpPr>
        <p:spPr>
          <a:xfrm>
            <a:off x="575733" y="1740959"/>
            <a:ext cx="5740400" cy="4895851"/>
          </a:xfrm>
        </p:spPr>
        <p:txBody>
          <a:bodyPr>
            <a:normAutofit fontScale="47500" lnSpcReduction="20000"/>
          </a:bodyPr>
          <a:lstStyle/>
          <a:p>
            <a:pPr>
              <a:lnSpc>
                <a:spcPct val="120000"/>
              </a:lnSpc>
            </a:pPr>
            <a:r>
              <a:rPr lang="ja-JP" altLang="en-US"/>
              <a:t>概要</a:t>
            </a:r>
          </a:p>
          <a:p>
            <a:pPr lvl="1">
              <a:lnSpc>
                <a:spcPct val="120000"/>
              </a:lnSpc>
            </a:pPr>
            <a:r>
              <a:rPr lang="ja-JP" altLang="en-US"/>
              <a:t>何が問題か、どのファイルか。</a:t>
            </a:r>
          </a:p>
          <a:p>
            <a:pPr>
              <a:lnSpc>
                <a:spcPct val="120000"/>
              </a:lnSpc>
            </a:pPr>
            <a:r>
              <a:rPr lang="ja-JP" altLang="en-US"/>
              <a:t>具体的な問題</a:t>
            </a:r>
          </a:p>
          <a:p>
            <a:pPr lvl="1">
              <a:lnSpc>
                <a:spcPct val="120000"/>
              </a:lnSpc>
            </a:pPr>
            <a:r>
              <a:rPr lang="ja-JP" altLang="en-US"/>
              <a:t>どこで、どう困るのか、</a:t>
            </a:r>
          </a:p>
          <a:p>
            <a:pPr lvl="1">
              <a:lnSpc>
                <a:spcPct val="120000"/>
              </a:lnSpc>
            </a:pPr>
            <a:r>
              <a:rPr lang="ja-JP" altLang="en-US"/>
              <a:t>行番号やコードの例。</a:t>
            </a:r>
          </a:p>
          <a:p>
            <a:pPr lvl="2">
              <a:lnSpc>
                <a:spcPct val="120000"/>
              </a:lnSpc>
            </a:pPr>
            <a:r>
              <a:rPr lang="ja-JP" altLang="en-US"/>
              <a:t>ただし、他の</a:t>
            </a:r>
            <a:r>
              <a:rPr lang="en" altLang="ja-JP" dirty="0"/>
              <a:t>PR</a:t>
            </a:r>
            <a:r>
              <a:rPr lang="ja-JP" altLang="en-US"/>
              <a:t>のマージなどで行番号はズレる可能性があるため、関数名などで探すこと。</a:t>
            </a:r>
          </a:p>
          <a:p>
            <a:pPr>
              <a:lnSpc>
                <a:spcPct val="120000"/>
              </a:lnSpc>
            </a:pPr>
            <a:r>
              <a:rPr lang="ja-JP" altLang="en-US"/>
              <a:t>対応策／修正方法</a:t>
            </a:r>
          </a:p>
          <a:p>
            <a:pPr lvl="1">
              <a:lnSpc>
                <a:spcPct val="120000"/>
              </a:lnSpc>
            </a:pPr>
            <a:r>
              <a:rPr lang="ja-JP" altLang="en-US"/>
              <a:t>どう直せば良いか。</a:t>
            </a:r>
          </a:p>
          <a:p>
            <a:pPr lvl="1">
              <a:lnSpc>
                <a:spcPct val="120000"/>
              </a:lnSpc>
            </a:pPr>
            <a:r>
              <a:rPr lang="ja-JP" altLang="en-US"/>
              <a:t>基本的には、この方法に従う。</a:t>
            </a:r>
          </a:p>
          <a:p>
            <a:pPr>
              <a:lnSpc>
                <a:spcPct val="120000"/>
              </a:lnSpc>
            </a:pPr>
            <a:r>
              <a:rPr lang="ja-JP" altLang="en-US"/>
              <a:t>確認方法</a:t>
            </a:r>
          </a:p>
          <a:p>
            <a:pPr lvl="1">
              <a:lnSpc>
                <a:spcPct val="120000"/>
              </a:lnSpc>
            </a:pPr>
            <a:r>
              <a:rPr lang="ja-JP" altLang="en-US"/>
              <a:t>直ったことをどう確認するかが</a:t>
            </a:r>
            <a:br>
              <a:rPr lang="ja-JP" altLang="en-US"/>
            </a:br>
            <a:r>
              <a:rPr lang="ja-JP" altLang="en-US"/>
              <a:t>書かれている。</a:t>
            </a:r>
          </a:p>
        </p:txBody>
      </p:sp>
      <p:sp>
        <p:nvSpPr>
          <p:cNvPr id="5" name="日付プレースホルダー 4">
            <a:extLst>
              <a:ext uri="{FF2B5EF4-FFF2-40B4-BE49-F238E27FC236}">
                <a16:creationId xmlns:a16="http://schemas.microsoft.com/office/drawing/2014/main" id="{ABFB9733-49D8-3B11-AB9D-186DCCD2EC7B}"/>
              </a:ext>
            </a:extLst>
          </p:cNvPr>
          <p:cNvSpPr>
            <a:spLocks noGrp="1"/>
          </p:cNvSpPr>
          <p:nvPr>
            <p:ph type="dt" sz="half" idx="10"/>
          </p:nvPr>
        </p:nvSpPr>
        <p:spPr/>
        <p:txBody>
          <a:bodyPr/>
          <a:lstStyle/>
          <a:p>
            <a:r>
              <a:rPr kumimoji="1" lang="en-US" altLang="ja-JP"/>
              <a:t>2026/10/29</a:t>
            </a:r>
            <a:endParaRPr kumimoji="1" lang="ja-JP" altLang="en-US"/>
          </a:p>
        </p:txBody>
      </p:sp>
      <p:sp>
        <p:nvSpPr>
          <p:cNvPr id="6" name="スライド番号プレースホルダー 5">
            <a:extLst>
              <a:ext uri="{FF2B5EF4-FFF2-40B4-BE49-F238E27FC236}">
                <a16:creationId xmlns:a16="http://schemas.microsoft.com/office/drawing/2014/main" id="{14DF7C82-FA82-ADCD-75D9-79C08C3EC9BD}"/>
              </a:ext>
            </a:extLst>
          </p:cNvPr>
          <p:cNvSpPr>
            <a:spLocks noGrp="1"/>
          </p:cNvSpPr>
          <p:nvPr>
            <p:ph type="sldNum" sz="quarter" idx="12"/>
          </p:nvPr>
        </p:nvSpPr>
        <p:spPr/>
        <p:txBody>
          <a:bodyPr/>
          <a:lstStyle/>
          <a:p>
            <a:fld id="{74E5C2EA-A201-0F41-BE6C-96A0CC88D6B3}" type="slidenum">
              <a:rPr kumimoji="1" lang="ja-JP" altLang="en-US" smtClean="0"/>
              <a:t>23</a:t>
            </a:fld>
            <a:endParaRPr kumimoji="1" lang="ja-JP" altLang="en-US"/>
          </a:p>
        </p:txBody>
      </p:sp>
      <p:pic>
        <p:nvPicPr>
          <p:cNvPr id="12" name="図 11">
            <a:extLst>
              <a:ext uri="{FF2B5EF4-FFF2-40B4-BE49-F238E27FC236}">
                <a16:creationId xmlns:a16="http://schemas.microsoft.com/office/drawing/2014/main" id="{129A3601-2302-9066-F4C6-15DA378D9AA4}"/>
              </a:ext>
            </a:extLst>
          </p:cNvPr>
          <p:cNvPicPr>
            <a:picLocks noChangeAspect="1"/>
          </p:cNvPicPr>
          <p:nvPr/>
        </p:nvPicPr>
        <p:blipFill>
          <a:blip r:embed="rId2"/>
          <a:stretch>
            <a:fillRect/>
          </a:stretch>
        </p:blipFill>
        <p:spPr>
          <a:xfrm>
            <a:off x="6154014" y="812799"/>
            <a:ext cx="6037986" cy="5364163"/>
          </a:xfrm>
          <a:prstGeom prst="rect">
            <a:avLst/>
          </a:prstGeom>
        </p:spPr>
      </p:pic>
      <p:sp>
        <p:nvSpPr>
          <p:cNvPr id="9" name="タイトル 8">
            <a:extLst>
              <a:ext uri="{FF2B5EF4-FFF2-40B4-BE49-F238E27FC236}">
                <a16:creationId xmlns:a16="http://schemas.microsoft.com/office/drawing/2014/main" id="{9B3B324D-DC80-A0D7-A0AE-4CEEA729CDA7}"/>
              </a:ext>
            </a:extLst>
          </p:cNvPr>
          <p:cNvSpPr>
            <a:spLocks noGrp="1"/>
          </p:cNvSpPr>
          <p:nvPr>
            <p:ph type="title"/>
          </p:nvPr>
        </p:nvSpPr>
        <p:spPr/>
        <p:txBody>
          <a:bodyPr/>
          <a:lstStyle/>
          <a:p>
            <a:r>
              <a:rPr lang="en-US" altLang="ja-JP" sz="4800" dirty="0"/>
              <a:t>Issue</a:t>
            </a:r>
            <a:r>
              <a:rPr lang="ja-JP" altLang="en-US" sz="4800"/>
              <a:t>に</a:t>
            </a:r>
            <a:br>
              <a:rPr lang="en-US" altLang="ja-JP" sz="4800" dirty="0"/>
            </a:br>
            <a:r>
              <a:rPr lang="ja-JP" altLang="en-US" sz="4800"/>
              <a:t>書かれていること</a:t>
            </a:r>
          </a:p>
        </p:txBody>
      </p:sp>
    </p:spTree>
    <p:extLst>
      <p:ext uri="{BB962C8B-B14F-4D97-AF65-F5344CB8AC3E}">
        <p14:creationId xmlns:p14="http://schemas.microsoft.com/office/powerpoint/2010/main" val="1053639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17782A-A038-1B8D-69F2-F0A24A75CE91}"/>
              </a:ext>
            </a:extLst>
          </p:cNvPr>
          <p:cNvSpPr>
            <a:spLocks noGrp="1"/>
          </p:cNvSpPr>
          <p:nvPr>
            <p:ph type="title"/>
          </p:nvPr>
        </p:nvSpPr>
        <p:spPr>
          <a:xfrm>
            <a:off x="838199" y="365125"/>
            <a:ext cx="11015133" cy="1325563"/>
          </a:xfrm>
        </p:spPr>
        <p:txBody>
          <a:bodyPr/>
          <a:lstStyle/>
          <a:p>
            <a:r>
              <a:rPr kumimoji="1" lang="en-US" altLang="ja-JP" dirty="0"/>
              <a:t>Issue</a:t>
            </a:r>
            <a:r>
              <a:rPr kumimoji="1" lang="ja-JP" altLang="en-US"/>
              <a:t>を選んで着手宣言する</a:t>
            </a:r>
          </a:p>
        </p:txBody>
      </p:sp>
      <p:sp>
        <p:nvSpPr>
          <p:cNvPr id="6" name="コンテンツ プレースホルダー 5">
            <a:extLst>
              <a:ext uri="{FF2B5EF4-FFF2-40B4-BE49-F238E27FC236}">
                <a16:creationId xmlns:a16="http://schemas.microsoft.com/office/drawing/2014/main" id="{7196DC86-9A6F-B0E2-3E1F-DEA6E0BB4CC7}"/>
              </a:ext>
            </a:extLst>
          </p:cNvPr>
          <p:cNvSpPr>
            <a:spLocks noGrp="1"/>
          </p:cNvSpPr>
          <p:nvPr>
            <p:ph sz="half" idx="1"/>
          </p:nvPr>
        </p:nvSpPr>
        <p:spPr>
          <a:xfrm>
            <a:off x="838200" y="1825625"/>
            <a:ext cx="5334000" cy="4351338"/>
          </a:xfrm>
        </p:spPr>
        <p:txBody>
          <a:bodyPr>
            <a:normAutofit fontScale="47500" lnSpcReduction="20000"/>
          </a:bodyPr>
          <a:lstStyle/>
          <a:p>
            <a:pPr>
              <a:lnSpc>
                <a:spcPct val="120000"/>
              </a:lnSpc>
            </a:pPr>
            <a:r>
              <a:rPr lang="ja-JP" altLang="en-US"/>
              <a:t>一覧から、取り組めそうな </a:t>
            </a:r>
            <a:r>
              <a:rPr lang="en" altLang="ja-JP" dirty="0"/>
              <a:t>Issue </a:t>
            </a:r>
            <a:r>
              <a:rPr lang="ja-JP" altLang="en-US"/>
              <a:t>を選びます。</a:t>
            </a:r>
          </a:p>
          <a:p>
            <a:pPr>
              <a:lnSpc>
                <a:spcPct val="120000"/>
              </a:lnSpc>
            </a:pPr>
            <a:r>
              <a:rPr lang="ja-JP" altLang="en-US"/>
              <a:t>本文を最後まで読み、問題点、対応策、確認方法を確認します。</a:t>
            </a:r>
          </a:p>
          <a:p>
            <a:pPr>
              <a:lnSpc>
                <a:spcPct val="120000"/>
              </a:lnSpc>
            </a:pPr>
            <a:r>
              <a:rPr lang="ja-JP" altLang="en-US"/>
              <a:t>コメントを見て、他の人が宣言していないかを確かめます。</a:t>
            </a:r>
          </a:p>
          <a:p>
            <a:pPr>
              <a:lnSpc>
                <a:spcPct val="120000"/>
              </a:lnSpc>
            </a:pPr>
            <a:r>
              <a:rPr lang="ja-JP" altLang="en-US"/>
              <a:t>誰も宣言していなければ、コメントで宣言します。</a:t>
            </a:r>
          </a:p>
          <a:p>
            <a:pPr lvl="1">
              <a:lnSpc>
                <a:spcPct val="120000"/>
              </a:lnSpc>
            </a:pPr>
            <a:r>
              <a:rPr lang="ja-JP" altLang="en-US"/>
              <a:t>すでに宣言がある </a:t>
            </a:r>
            <a:r>
              <a:rPr lang="en" altLang="ja-JP" dirty="0"/>
              <a:t>Issue </a:t>
            </a:r>
            <a:r>
              <a:rPr lang="ja-JP" altLang="en-US"/>
              <a:t>は、選びません。</a:t>
            </a:r>
            <a:endParaRPr lang="en-US" altLang="ja-JP" dirty="0"/>
          </a:p>
          <a:p>
            <a:pPr lvl="1">
              <a:lnSpc>
                <a:spcPct val="120000"/>
              </a:lnSpc>
            </a:pPr>
            <a:r>
              <a:rPr lang="ja-JP" altLang="en-US"/>
              <a:t>取り組めなくなったら取り下げ宣言してください。</a:t>
            </a:r>
          </a:p>
        </p:txBody>
      </p:sp>
      <p:sp>
        <p:nvSpPr>
          <p:cNvPr id="7" name="コンテンツ プレースホルダー 6">
            <a:extLst>
              <a:ext uri="{FF2B5EF4-FFF2-40B4-BE49-F238E27FC236}">
                <a16:creationId xmlns:a16="http://schemas.microsoft.com/office/drawing/2014/main" id="{3224B461-8D82-49E0-B5C7-F7BBA307ADC5}"/>
              </a:ext>
            </a:extLst>
          </p:cNvPr>
          <p:cNvSpPr>
            <a:spLocks noGrp="1"/>
          </p:cNvSpPr>
          <p:nvPr>
            <p:ph sz="half" idx="2"/>
          </p:nvPr>
        </p:nvSpPr>
        <p:spPr/>
        <p:txBody>
          <a:bodyPr>
            <a:normAutofit fontScale="47500" lnSpcReduction="20000"/>
          </a:bodyPr>
          <a:lstStyle/>
          <a:p>
            <a:pPr>
              <a:lnSpc>
                <a:spcPct val="120000"/>
              </a:lnSpc>
            </a:pPr>
            <a:r>
              <a:rPr lang="ja-JP" altLang="en-US"/>
              <a:t>宣言のコメント例</a:t>
            </a:r>
          </a:p>
          <a:p>
            <a:pPr lvl="1">
              <a:lnSpc>
                <a:spcPct val="120000"/>
              </a:lnSpc>
            </a:pPr>
            <a:r>
              <a:rPr lang="ja-JP" altLang="en-US"/>
              <a:t>取り組みます。よろしくお願いします。</a:t>
            </a:r>
          </a:p>
          <a:p>
            <a:pPr>
              <a:lnSpc>
                <a:spcPct val="120000"/>
              </a:lnSpc>
            </a:pPr>
            <a:r>
              <a:rPr lang="ja-JP" altLang="en-US"/>
              <a:t>同じファイルを触る </a:t>
            </a:r>
            <a:r>
              <a:rPr lang="en" altLang="ja-JP" dirty="0"/>
              <a:t>Issue</a:t>
            </a:r>
          </a:p>
          <a:p>
            <a:pPr lvl="1">
              <a:lnSpc>
                <a:spcPct val="120000"/>
              </a:lnSpc>
            </a:pPr>
            <a:r>
              <a:rPr lang="ja-JP" altLang="en-US"/>
              <a:t>他の人の </a:t>
            </a:r>
            <a:r>
              <a:rPr lang="en" altLang="ja-JP" dirty="0"/>
              <a:t>PR </a:t>
            </a:r>
            <a:r>
              <a:rPr lang="ja-JP" altLang="en-US"/>
              <a:t>とぶつかることがあります。</a:t>
            </a:r>
            <a:endParaRPr lang="en-US" altLang="ja-JP" dirty="0"/>
          </a:p>
          <a:p>
            <a:pPr lvl="1">
              <a:lnSpc>
                <a:spcPct val="120000"/>
              </a:lnSpc>
            </a:pPr>
            <a:r>
              <a:rPr lang="ja-JP" altLang="en-US"/>
              <a:t>ぶつかったら（コンフリクトが起きたら）後から出した人が、直します。</a:t>
            </a:r>
          </a:p>
        </p:txBody>
      </p:sp>
      <p:sp>
        <p:nvSpPr>
          <p:cNvPr id="4" name="日付プレースホルダー 3">
            <a:extLst>
              <a:ext uri="{FF2B5EF4-FFF2-40B4-BE49-F238E27FC236}">
                <a16:creationId xmlns:a16="http://schemas.microsoft.com/office/drawing/2014/main" id="{3D46245F-F443-2207-57D8-2BD0C992AA6F}"/>
              </a:ext>
            </a:extLst>
          </p:cNvPr>
          <p:cNvSpPr>
            <a:spLocks noGrp="1"/>
          </p:cNvSpPr>
          <p:nvPr>
            <p:ph type="dt" sz="half" idx="10"/>
          </p:nvPr>
        </p:nvSpPr>
        <p:spPr/>
        <p:txBody>
          <a:bodyPr/>
          <a:lstStyle/>
          <a:p>
            <a:r>
              <a:rPr kumimoji="1" lang="en-US" altLang="ja-JP"/>
              <a:t>2026/10/29</a:t>
            </a:r>
            <a:endParaRPr kumimoji="1" lang="ja-JP" altLang="en-US"/>
          </a:p>
        </p:txBody>
      </p:sp>
      <p:sp>
        <p:nvSpPr>
          <p:cNvPr id="5" name="スライド番号プレースホルダー 4">
            <a:extLst>
              <a:ext uri="{FF2B5EF4-FFF2-40B4-BE49-F238E27FC236}">
                <a16:creationId xmlns:a16="http://schemas.microsoft.com/office/drawing/2014/main" id="{C2D20D2A-0390-059C-4D48-BEAFD382FF87}"/>
              </a:ext>
            </a:extLst>
          </p:cNvPr>
          <p:cNvSpPr>
            <a:spLocks noGrp="1"/>
          </p:cNvSpPr>
          <p:nvPr>
            <p:ph type="sldNum" sz="quarter" idx="12"/>
          </p:nvPr>
        </p:nvSpPr>
        <p:spPr/>
        <p:txBody>
          <a:bodyPr/>
          <a:lstStyle/>
          <a:p>
            <a:fld id="{74E5C2EA-A201-0F41-BE6C-96A0CC88D6B3}" type="slidenum">
              <a:rPr kumimoji="1" lang="ja-JP" altLang="en-US" smtClean="0"/>
              <a:t>24</a:t>
            </a:fld>
            <a:endParaRPr kumimoji="1" lang="ja-JP" altLang="en-US"/>
          </a:p>
        </p:txBody>
      </p:sp>
    </p:spTree>
    <p:extLst>
      <p:ext uri="{BB962C8B-B14F-4D97-AF65-F5344CB8AC3E}">
        <p14:creationId xmlns:p14="http://schemas.microsoft.com/office/powerpoint/2010/main" val="2165326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59BF84-9593-B1F1-B761-BB0EA938BDCE}"/>
              </a:ext>
            </a:extLst>
          </p:cNvPr>
          <p:cNvSpPr>
            <a:spLocks noGrp="1"/>
          </p:cNvSpPr>
          <p:nvPr>
            <p:ph type="title"/>
          </p:nvPr>
        </p:nvSpPr>
        <p:spPr>
          <a:xfrm>
            <a:off x="838199" y="365125"/>
            <a:ext cx="11116733" cy="1325563"/>
          </a:xfrm>
        </p:spPr>
        <p:txBody>
          <a:bodyPr/>
          <a:lstStyle/>
          <a:p>
            <a:r>
              <a:rPr kumimoji="1" lang="en-US" altLang="ja-JP" dirty="0"/>
              <a:t>Issue</a:t>
            </a:r>
            <a:r>
              <a:rPr kumimoji="1" lang="ja-JP" altLang="en-US"/>
              <a:t>の範囲だけを変更する</a:t>
            </a:r>
          </a:p>
        </p:txBody>
      </p:sp>
      <p:sp>
        <p:nvSpPr>
          <p:cNvPr id="7" name="コンテンツ プレースホルダー 6">
            <a:extLst>
              <a:ext uri="{FF2B5EF4-FFF2-40B4-BE49-F238E27FC236}">
                <a16:creationId xmlns:a16="http://schemas.microsoft.com/office/drawing/2014/main" id="{F2A453B3-F86F-C8FA-611D-18176B0013B8}"/>
              </a:ext>
            </a:extLst>
          </p:cNvPr>
          <p:cNvSpPr>
            <a:spLocks noGrp="1"/>
          </p:cNvSpPr>
          <p:nvPr>
            <p:ph idx="1"/>
          </p:nvPr>
        </p:nvSpPr>
        <p:spPr/>
        <p:txBody>
          <a:bodyPr>
            <a:normAutofit fontScale="55000" lnSpcReduction="20000"/>
          </a:bodyPr>
          <a:lstStyle/>
          <a:p>
            <a:pPr>
              <a:lnSpc>
                <a:spcPct val="120000"/>
              </a:lnSpc>
            </a:pPr>
            <a:r>
              <a:rPr lang="en" altLang="ja-JP" dirty="0"/>
              <a:t>Issue</a:t>
            </a:r>
            <a:r>
              <a:rPr lang="ja-JP" altLang="en-US"/>
              <a:t>の内容を修正している間に気になる箇所が出てくるときもある。</a:t>
            </a:r>
            <a:endParaRPr lang="en-US" altLang="ja-JP" dirty="0"/>
          </a:p>
          <a:p>
            <a:pPr lvl="1">
              <a:lnSpc>
                <a:spcPct val="120000"/>
              </a:lnSpc>
            </a:pPr>
            <a:r>
              <a:rPr lang="ja-JP" altLang="en-US"/>
              <a:t>修正したい気持ちをグッと抑えて、</a:t>
            </a:r>
            <a:r>
              <a:rPr lang="en-US" altLang="ja-JP" dirty="0"/>
              <a:t>Issue</a:t>
            </a:r>
            <a:r>
              <a:rPr lang="ja-JP" altLang="en-US"/>
              <a:t>の範囲だけに集中する。</a:t>
            </a:r>
            <a:endParaRPr lang="en-US" altLang="ja-JP" dirty="0"/>
          </a:p>
          <a:p>
            <a:pPr lvl="1">
              <a:lnSpc>
                <a:spcPct val="120000"/>
              </a:lnSpc>
            </a:pPr>
            <a:r>
              <a:rPr lang="ja-JP" altLang="en-US"/>
              <a:t>ついでの整形や、別の問題の修正はしてはダメ。</a:t>
            </a:r>
            <a:endParaRPr lang="en-US" altLang="ja-JP" dirty="0"/>
          </a:p>
          <a:p>
            <a:pPr lvl="1">
              <a:lnSpc>
                <a:spcPct val="120000"/>
              </a:lnSpc>
            </a:pPr>
            <a:r>
              <a:rPr lang="ja-JP" altLang="en-US"/>
              <a:t>気付いたこととか、修正したくなった問題は別の</a:t>
            </a:r>
            <a:r>
              <a:rPr lang="en-US" altLang="ja-JP" dirty="0"/>
              <a:t>Issue</a:t>
            </a:r>
            <a:r>
              <a:rPr lang="ja-JP" altLang="en-US"/>
              <a:t>に書く。</a:t>
            </a:r>
            <a:endParaRPr lang="en-US" altLang="ja-JP" dirty="0"/>
          </a:p>
          <a:p>
            <a:pPr>
              <a:lnSpc>
                <a:spcPct val="120000"/>
              </a:lnSpc>
            </a:pPr>
            <a:r>
              <a:rPr lang="ja-JP" altLang="en-US"/>
              <a:t>既存のコードの書き方に合わせよう。</a:t>
            </a:r>
            <a:endParaRPr lang="en-US" altLang="ja-JP" dirty="0"/>
          </a:p>
          <a:p>
            <a:pPr lvl="1">
              <a:lnSpc>
                <a:spcPct val="120000"/>
              </a:lnSpc>
            </a:pPr>
            <a:r>
              <a:rPr lang="ja-JP" altLang="en-US"/>
              <a:t>命名方法、コメントの量、インデントなど。</a:t>
            </a:r>
            <a:endParaRPr lang="en-US" altLang="ja-JP" dirty="0"/>
          </a:p>
          <a:p>
            <a:pPr>
              <a:lnSpc>
                <a:spcPct val="120000"/>
              </a:lnSpc>
            </a:pPr>
            <a:r>
              <a:rPr lang="ja-JP" altLang="en-US"/>
              <a:t>名前の変更や削除では、</a:t>
            </a:r>
            <a:r>
              <a:rPr lang="en" altLang="ja-JP" dirty="0"/>
              <a:t>grep </a:t>
            </a:r>
            <a:r>
              <a:rPr lang="ja-JP" altLang="en-US"/>
              <a:t>で他の参照が残っていないかを確かめる。</a:t>
            </a:r>
          </a:p>
          <a:p>
            <a:pPr>
              <a:lnSpc>
                <a:spcPct val="120000"/>
              </a:lnSpc>
            </a:pPr>
            <a:r>
              <a:rPr lang="ja-JP" altLang="en-US"/>
              <a:t>分からないときは、</a:t>
            </a:r>
            <a:r>
              <a:rPr lang="en" altLang="ja-JP" dirty="0"/>
              <a:t>Issue </a:t>
            </a:r>
            <a:r>
              <a:rPr lang="ja-JP" altLang="en-US"/>
              <a:t>にコメントで質問しましょう。</a:t>
            </a:r>
          </a:p>
        </p:txBody>
      </p:sp>
      <p:sp>
        <p:nvSpPr>
          <p:cNvPr id="5" name="日付プレースホルダー 4">
            <a:extLst>
              <a:ext uri="{FF2B5EF4-FFF2-40B4-BE49-F238E27FC236}">
                <a16:creationId xmlns:a16="http://schemas.microsoft.com/office/drawing/2014/main" id="{D5337A71-8160-93D0-8974-A46B2DF11C61}"/>
              </a:ext>
            </a:extLst>
          </p:cNvPr>
          <p:cNvSpPr>
            <a:spLocks noGrp="1"/>
          </p:cNvSpPr>
          <p:nvPr>
            <p:ph type="dt" sz="half" idx="10"/>
          </p:nvPr>
        </p:nvSpPr>
        <p:spPr/>
        <p:txBody>
          <a:bodyPr/>
          <a:lstStyle/>
          <a:p>
            <a:r>
              <a:rPr kumimoji="1" lang="en-US" altLang="ja-JP"/>
              <a:t>2026/10/29</a:t>
            </a:r>
            <a:endParaRPr kumimoji="1" lang="ja-JP" altLang="en-US"/>
          </a:p>
        </p:txBody>
      </p:sp>
      <p:sp>
        <p:nvSpPr>
          <p:cNvPr id="6" name="スライド番号プレースホルダー 5">
            <a:extLst>
              <a:ext uri="{FF2B5EF4-FFF2-40B4-BE49-F238E27FC236}">
                <a16:creationId xmlns:a16="http://schemas.microsoft.com/office/drawing/2014/main" id="{556FCA27-1405-9D16-95EE-0B7FCA7F883A}"/>
              </a:ext>
            </a:extLst>
          </p:cNvPr>
          <p:cNvSpPr>
            <a:spLocks noGrp="1"/>
          </p:cNvSpPr>
          <p:nvPr>
            <p:ph type="sldNum" sz="quarter" idx="12"/>
          </p:nvPr>
        </p:nvSpPr>
        <p:spPr/>
        <p:txBody>
          <a:bodyPr/>
          <a:lstStyle/>
          <a:p>
            <a:fld id="{74E5C2EA-A201-0F41-BE6C-96A0CC88D6B3}" type="slidenum">
              <a:rPr kumimoji="1" lang="ja-JP" altLang="en-US" smtClean="0"/>
              <a:t>25</a:t>
            </a:fld>
            <a:endParaRPr kumimoji="1" lang="ja-JP" altLang="en-US"/>
          </a:p>
        </p:txBody>
      </p:sp>
    </p:spTree>
    <p:extLst>
      <p:ext uri="{BB962C8B-B14F-4D97-AF65-F5344CB8AC3E}">
        <p14:creationId xmlns:p14="http://schemas.microsoft.com/office/powerpoint/2010/main" val="3539551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02452-67E1-9500-FA2D-044FAC24CFE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A574BDD-2084-643E-EC84-D3A1AAAD357B}"/>
              </a:ext>
            </a:extLst>
          </p:cNvPr>
          <p:cNvSpPr>
            <a:spLocks noGrp="1"/>
          </p:cNvSpPr>
          <p:nvPr>
            <p:ph type="title"/>
          </p:nvPr>
        </p:nvSpPr>
        <p:spPr/>
        <p:txBody>
          <a:bodyPr/>
          <a:lstStyle/>
          <a:p>
            <a:r>
              <a:rPr kumimoji="1" lang="ja-JP" altLang="en-US"/>
              <a:t>目次</a:t>
            </a:r>
          </a:p>
        </p:txBody>
      </p:sp>
      <p:sp>
        <p:nvSpPr>
          <p:cNvPr id="7" name="コンテンツ プレースホルダー 6">
            <a:extLst>
              <a:ext uri="{FF2B5EF4-FFF2-40B4-BE49-F238E27FC236}">
                <a16:creationId xmlns:a16="http://schemas.microsoft.com/office/drawing/2014/main" id="{964428E4-9EA6-9180-69CB-2860B65290B6}"/>
              </a:ext>
            </a:extLst>
          </p:cNvPr>
          <p:cNvSpPr>
            <a:spLocks noGrp="1"/>
          </p:cNvSpPr>
          <p:nvPr>
            <p:ph sz="half" idx="1"/>
          </p:nvPr>
        </p:nvSpPr>
        <p:spPr>
          <a:xfrm>
            <a:off x="838200" y="1825626"/>
            <a:ext cx="5181600" cy="3181272"/>
          </a:xfrm>
        </p:spPr>
        <p:txBody>
          <a:bodyPr>
            <a:normAutofit fontScale="85000" lnSpcReduction="10000"/>
          </a:bodyPr>
          <a:lstStyle/>
          <a:p>
            <a:pPr marL="742950" indent="-742950">
              <a:lnSpc>
                <a:spcPct val="110000"/>
              </a:lnSpc>
              <a:buFont typeface="+mj-lt"/>
              <a:buAutoNum type="arabicPeriod"/>
            </a:pPr>
            <a:r>
              <a:rPr lang="en" altLang="ja-JP" dirty="0"/>
              <a:t>OSS </a:t>
            </a:r>
            <a:r>
              <a:rPr lang="ja-JP" altLang="en-US"/>
              <a:t>開発とは</a:t>
            </a:r>
          </a:p>
          <a:p>
            <a:pPr marL="742950" indent="-742950">
              <a:lnSpc>
                <a:spcPct val="110000"/>
              </a:lnSpc>
              <a:buFont typeface="+mj-lt"/>
              <a:buAutoNum type="arabicPeriod"/>
            </a:pPr>
            <a:r>
              <a:rPr lang="ja-JP" altLang="en-US"/>
              <a:t>開発の流れ</a:t>
            </a:r>
          </a:p>
          <a:p>
            <a:pPr marL="742950" indent="-742950">
              <a:lnSpc>
                <a:spcPct val="110000"/>
              </a:lnSpc>
              <a:buFont typeface="+mj-lt"/>
              <a:buAutoNum type="arabicPeriod"/>
            </a:pPr>
            <a:r>
              <a:rPr lang="ja-JP" altLang="en-US"/>
              <a:t>プロジェクトの見方</a:t>
            </a:r>
          </a:p>
          <a:p>
            <a:pPr marL="742950" indent="-742950">
              <a:lnSpc>
                <a:spcPct val="110000"/>
              </a:lnSpc>
              <a:buFont typeface="+mj-lt"/>
              <a:buAutoNum type="arabicPeriod"/>
            </a:pPr>
            <a:r>
              <a:rPr lang="en" altLang="ja-JP" dirty="0"/>
              <a:t>Code of Conduct</a:t>
            </a:r>
          </a:p>
        </p:txBody>
      </p:sp>
      <p:sp>
        <p:nvSpPr>
          <p:cNvPr id="4" name="コンテンツ プレースホルダー 3">
            <a:extLst>
              <a:ext uri="{FF2B5EF4-FFF2-40B4-BE49-F238E27FC236}">
                <a16:creationId xmlns:a16="http://schemas.microsoft.com/office/drawing/2014/main" id="{BD47E420-BAB3-DC8C-C4BF-A6FF5CE031FD}"/>
              </a:ext>
            </a:extLst>
          </p:cNvPr>
          <p:cNvSpPr>
            <a:spLocks noGrp="1"/>
          </p:cNvSpPr>
          <p:nvPr>
            <p:ph sz="half" idx="2"/>
          </p:nvPr>
        </p:nvSpPr>
        <p:spPr>
          <a:xfrm>
            <a:off x="6172199" y="1825625"/>
            <a:ext cx="5268951" cy="3861497"/>
          </a:xfrm>
        </p:spPr>
        <p:txBody>
          <a:bodyPr>
            <a:normAutofit fontScale="85000" lnSpcReduction="10000"/>
          </a:bodyPr>
          <a:lstStyle/>
          <a:p>
            <a:pPr marL="742950" indent="-742950">
              <a:lnSpc>
                <a:spcPct val="110000"/>
              </a:lnSpc>
              <a:buFont typeface="+mj-lt"/>
              <a:buAutoNum type="arabicPeriod" startAt="5"/>
            </a:pPr>
            <a:r>
              <a:rPr lang="en" altLang="ja-JP" dirty="0">
                <a:latin typeface="Meiryo"/>
              </a:rPr>
              <a:t>Issue </a:t>
            </a:r>
            <a:r>
              <a:rPr lang="ja-JP" altLang="en-US">
                <a:latin typeface="Meiryo"/>
              </a:rPr>
              <a:t>の選び方　</a:t>
            </a:r>
            <a:endParaRPr lang="en-US" altLang="ja-JP" dirty="0">
              <a:latin typeface="Meiryo"/>
            </a:endParaRPr>
          </a:p>
          <a:p>
            <a:pPr marL="742950" indent="-742950">
              <a:lnSpc>
                <a:spcPct val="110000"/>
              </a:lnSpc>
              <a:buFont typeface="+mj-lt"/>
              <a:buAutoNum type="arabicPeriod" startAt="5"/>
            </a:pPr>
            <a:r>
              <a:rPr lang="en" altLang="ja-JP" dirty="0">
                <a:latin typeface="Meiryo"/>
              </a:rPr>
              <a:t>commit </a:t>
            </a:r>
            <a:r>
              <a:rPr lang="ja-JP" altLang="en-US">
                <a:latin typeface="Meiryo"/>
              </a:rPr>
              <a:t>と </a:t>
            </a:r>
            <a:r>
              <a:rPr lang="en" altLang="ja-JP" dirty="0">
                <a:latin typeface="Meiryo"/>
              </a:rPr>
              <a:t>PR</a:t>
            </a:r>
            <a:r>
              <a:rPr lang="ja-JP" altLang="en">
                <a:latin typeface="Meiryo"/>
              </a:rPr>
              <a:t>　</a:t>
            </a:r>
            <a:endParaRPr lang="en-US" altLang="ja-JP" dirty="0">
              <a:latin typeface="Meiryo"/>
            </a:endParaRPr>
          </a:p>
          <a:p>
            <a:pPr marL="742950" indent="-742950">
              <a:lnSpc>
                <a:spcPct val="110000"/>
              </a:lnSpc>
              <a:buFont typeface="+mj-lt"/>
              <a:buAutoNum type="arabicPeriod" startAt="5"/>
            </a:pPr>
            <a:r>
              <a:rPr lang="ja-JP" altLang="en-US">
                <a:latin typeface="Meiryo"/>
              </a:rPr>
              <a:t>レビューと </a:t>
            </a:r>
            <a:r>
              <a:rPr lang="en" altLang="ja-JP" dirty="0">
                <a:latin typeface="Meiryo"/>
              </a:rPr>
              <a:t>conflict</a:t>
            </a:r>
          </a:p>
          <a:p>
            <a:pPr marL="742950" indent="-742950">
              <a:lnSpc>
                <a:spcPct val="110000"/>
              </a:lnSpc>
              <a:buFont typeface="+mj-lt"/>
              <a:buAutoNum type="arabicPeriod" startAt="5"/>
            </a:pPr>
            <a:r>
              <a:rPr lang="en" altLang="ja-JP" dirty="0">
                <a:latin typeface="Meiryo"/>
              </a:rPr>
              <a:t>AI </a:t>
            </a:r>
            <a:r>
              <a:rPr lang="ja-JP" altLang="en-US">
                <a:latin typeface="Meiryo"/>
              </a:rPr>
              <a:t>の使い方</a:t>
            </a:r>
          </a:p>
        </p:txBody>
      </p:sp>
      <p:sp>
        <p:nvSpPr>
          <p:cNvPr id="5" name="日付プレースホルダー 4">
            <a:extLst>
              <a:ext uri="{FF2B5EF4-FFF2-40B4-BE49-F238E27FC236}">
                <a16:creationId xmlns:a16="http://schemas.microsoft.com/office/drawing/2014/main" id="{E09FE6D3-9C37-30CB-F2FF-43770C0059E2}"/>
              </a:ext>
            </a:extLst>
          </p:cNvPr>
          <p:cNvSpPr>
            <a:spLocks noGrp="1"/>
          </p:cNvSpPr>
          <p:nvPr>
            <p:ph type="dt" sz="half" idx="10"/>
          </p:nvPr>
        </p:nvSpPr>
        <p:spPr/>
        <p:txBody>
          <a:bodyPr/>
          <a:lstStyle/>
          <a:p>
            <a:r>
              <a:rPr kumimoji="1" lang="en-US" altLang="ja-JP"/>
              <a:t>2026/10/29</a:t>
            </a:r>
            <a:endParaRPr kumimoji="1" lang="ja-JP" altLang="en-US"/>
          </a:p>
        </p:txBody>
      </p:sp>
      <p:sp>
        <p:nvSpPr>
          <p:cNvPr id="6" name="スライド番号プレースホルダー 5">
            <a:extLst>
              <a:ext uri="{FF2B5EF4-FFF2-40B4-BE49-F238E27FC236}">
                <a16:creationId xmlns:a16="http://schemas.microsoft.com/office/drawing/2014/main" id="{73A4F5F6-63ED-2B6F-1DCE-073D82A389A7}"/>
              </a:ext>
            </a:extLst>
          </p:cNvPr>
          <p:cNvSpPr>
            <a:spLocks noGrp="1"/>
          </p:cNvSpPr>
          <p:nvPr>
            <p:ph type="sldNum" sz="quarter" idx="12"/>
          </p:nvPr>
        </p:nvSpPr>
        <p:spPr/>
        <p:txBody>
          <a:bodyPr/>
          <a:lstStyle/>
          <a:p>
            <a:fld id="{74E5C2EA-A201-0F41-BE6C-96A0CC88D6B3}" type="slidenum">
              <a:rPr kumimoji="1" lang="ja-JP" altLang="en-US" smtClean="0"/>
              <a:t>26</a:t>
            </a:fld>
            <a:endParaRPr kumimoji="1" lang="ja-JP" altLang="en-US"/>
          </a:p>
        </p:txBody>
      </p:sp>
      <p:sp>
        <p:nvSpPr>
          <p:cNvPr id="3" name="正方形/長方形 2">
            <a:extLst>
              <a:ext uri="{FF2B5EF4-FFF2-40B4-BE49-F238E27FC236}">
                <a16:creationId xmlns:a16="http://schemas.microsoft.com/office/drawing/2014/main" id="{F4E1B759-7A91-B738-8D4D-C97195D777CB}"/>
              </a:ext>
            </a:extLst>
          </p:cNvPr>
          <p:cNvSpPr/>
          <p:nvPr/>
        </p:nvSpPr>
        <p:spPr>
          <a:xfrm>
            <a:off x="6096000" y="3200400"/>
            <a:ext cx="5333999" cy="1579484"/>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Text Placeholder 2">
            <a:extLst>
              <a:ext uri="{FF2B5EF4-FFF2-40B4-BE49-F238E27FC236}">
                <a16:creationId xmlns:a16="http://schemas.microsoft.com/office/drawing/2014/main" id="{6FFD7586-6273-FD34-7D61-F9E177CAE3BB}"/>
              </a:ext>
            </a:extLst>
          </p:cNvPr>
          <p:cNvSpPr txBox="1">
            <a:spLocks/>
          </p:cNvSpPr>
          <p:nvPr/>
        </p:nvSpPr>
        <p:spPr>
          <a:xfrm>
            <a:off x="831850" y="4779885"/>
            <a:ext cx="10515600" cy="1309765"/>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4400" kern="1200">
                <a:solidFill>
                  <a:schemeClr val="tx1"/>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4000" kern="1200">
                <a:solidFill>
                  <a:schemeClr val="tx1"/>
                </a:solidFill>
                <a:latin typeface="Meiryo" panose="020B0604030504040204" pitchFamily="34" charset="-128"/>
                <a:ea typeface="Meiryo" panose="020B0604030504040204" pitchFamily="34"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3600" kern="1200">
                <a:solidFill>
                  <a:schemeClr val="tx1"/>
                </a:solidFill>
                <a:latin typeface="Meiryo" panose="020B0604030504040204" pitchFamily="34" charset="-128"/>
                <a:ea typeface="Meiryo" panose="020B0604030504040204" pitchFamily="34"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3200" kern="1200">
                <a:solidFill>
                  <a:schemeClr val="tx1"/>
                </a:solidFill>
                <a:latin typeface="Meiryo" panose="020B0604030504040204" pitchFamily="34" charset="-128"/>
                <a:ea typeface="Meiryo" panose="020B0604030504040204" pitchFamily="34"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2800" kern="1200">
                <a:solidFill>
                  <a:schemeClr val="tx1"/>
                </a:solidFill>
                <a:latin typeface="Meiryo" panose="020B0604030504040204" pitchFamily="34" charset="-128"/>
                <a:ea typeface="Meiryo"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400">
                <a:solidFill>
                  <a:schemeClr val="tx1">
                    <a:lumMod val="50000"/>
                    <a:lumOff val="50000"/>
                  </a:schemeClr>
                </a:solidFill>
                <a:latin typeface="Meiryo"/>
              </a:rPr>
              <a:t>変更を読む人に伝わる形にします。</a:t>
            </a:r>
          </a:p>
        </p:txBody>
      </p:sp>
      <p:sp>
        <p:nvSpPr>
          <p:cNvPr id="10" name="正方形/長方形 9">
            <a:extLst>
              <a:ext uri="{FF2B5EF4-FFF2-40B4-BE49-F238E27FC236}">
                <a16:creationId xmlns:a16="http://schemas.microsoft.com/office/drawing/2014/main" id="{CC3114A4-4F56-8154-621C-169E57DB578D}"/>
              </a:ext>
            </a:extLst>
          </p:cNvPr>
          <p:cNvSpPr/>
          <p:nvPr/>
        </p:nvSpPr>
        <p:spPr>
          <a:xfrm>
            <a:off x="781050" y="1584363"/>
            <a:ext cx="5333999" cy="2928822"/>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F6057C13-C8F3-F5F8-854F-9BEDE208C3E0}"/>
              </a:ext>
            </a:extLst>
          </p:cNvPr>
          <p:cNvSpPr/>
          <p:nvPr/>
        </p:nvSpPr>
        <p:spPr>
          <a:xfrm>
            <a:off x="6057901" y="831174"/>
            <a:ext cx="5333999" cy="1579484"/>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326367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CA35D07-1978-4CEC-4629-8C70A20A64AA}"/>
              </a:ext>
            </a:extLst>
          </p:cNvPr>
          <p:cNvSpPr>
            <a:spLocks noGrp="1"/>
          </p:cNvSpPr>
          <p:nvPr>
            <p:ph type="title"/>
          </p:nvPr>
        </p:nvSpPr>
        <p:spPr/>
        <p:txBody>
          <a:bodyPr/>
          <a:lstStyle/>
          <a:p>
            <a:r>
              <a:rPr lang="en-US" altLang="ja-JP" dirty="0"/>
              <a:t>Commit</a:t>
            </a:r>
            <a:r>
              <a:rPr lang="ja-JP" altLang="en-US"/>
              <a:t>のルール</a:t>
            </a:r>
            <a:endParaRPr kumimoji="1" lang="ja-JP" altLang="en-US"/>
          </a:p>
        </p:txBody>
      </p:sp>
      <p:sp>
        <p:nvSpPr>
          <p:cNvPr id="3" name="コンテンツ プレースホルダー 2">
            <a:extLst>
              <a:ext uri="{FF2B5EF4-FFF2-40B4-BE49-F238E27FC236}">
                <a16:creationId xmlns:a16="http://schemas.microsoft.com/office/drawing/2014/main" id="{DA164908-7869-2464-0149-F847F86FC752}"/>
              </a:ext>
            </a:extLst>
          </p:cNvPr>
          <p:cNvSpPr>
            <a:spLocks noGrp="1"/>
          </p:cNvSpPr>
          <p:nvPr>
            <p:ph sz="half" idx="1"/>
          </p:nvPr>
        </p:nvSpPr>
        <p:spPr/>
        <p:txBody>
          <a:bodyPr>
            <a:normAutofit fontScale="55000" lnSpcReduction="20000"/>
          </a:bodyPr>
          <a:lstStyle/>
          <a:p>
            <a:pPr>
              <a:lnSpc>
                <a:spcPct val="120000"/>
              </a:lnSpc>
            </a:pPr>
            <a:r>
              <a:rPr kumimoji="1" lang="en-US" altLang="ja-JP" dirty="0"/>
              <a:t>1</a:t>
            </a:r>
            <a:r>
              <a:rPr kumimoji="1" lang="ja-JP" altLang="en-US"/>
              <a:t>つの</a:t>
            </a:r>
            <a:r>
              <a:rPr kumimoji="1" lang="en-US" altLang="ja-JP" dirty="0"/>
              <a:t>Commit</a:t>
            </a:r>
            <a:r>
              <a:rPr kumimoji="1" lang="ja-JP" altLang="en-US"/>
              <a:t>には、１つの目的の変更のみを入れる。</a:t>
            </a:r>
            <a:endParaRPr kumimoji="1" lang="en-US" altLang="ja-JP" dirty="0"/>
          </a:p>
          <a:p>
            <a:pPr>
              <a:lnSpc>
                <a:spcPct val="120000"/>
              </a:lnSpc>
            </a:pPr>
            <a:r>
              <a:rPr lang="ja-JP" altLang="en-US"/>
              <a:t>メッセージの１行目に変更内容の概要を書く。</a:t>
            </a:r>
            <a:endParaRPr lang="en-US" altLang="ja-JP" dirty="0"/>
          </a:p>
          <a:p>
            <a:pPr lvl="1">
              <a:lnSpc>
                <a:spcPct val="120000"/>
              </a:lnSpc>
            </a:pPr>
            <a:r>
              <a:rPr lang="ja-JP" altLang="en-US"/>
              <a:t>英語だと現在形、命令形で書く。</a:t>
            </a:r>
            <a:endParaRPr lang="en-US" altLang="ja-JP" dirty="0"/>
          </a:p>
          <a:p>
            <a:pPr lvl="1">
              <a:lnSpc>
                <a:spcPct val="120000"/>
              </a:lnSpc>
            </a:pPr>
            <a:r>
              <a:rPr lang="ja-JP" altLang="en-US"/>
              <a:t>日本語でも現在形で書く。</a:t>
            </a:r>
            <a:endParaRPr lang="en-US" altLang="ja-JP" dirty="0"/>
          </a:p>
          <a:p>
            <a:pPr lvl="2">
              <a:lnSpc>
                <a:spcPct val="120000"/>
              </a:lnSpc>
            </a:pPr>
            <a:r>
              <a:rPr lang="ja-JP" altLang="en-US"/>
              <a:t>体言止めではなく、追加する、修正するのように書く。</a:t>
            </a:r>
            <a:endParaRPr lang="en-US" altLang="ja-JP" dirty="0"/>
          </a:p>
          <a:p>
            <a:pPr>
              <a:lnSpc>
                <a:spcPct val="120000"/>
              </a:lnSpc>
            </a:pPr>
            <a:r>
              <a:rPr kumimoji="1" lang="ja-JP" altLang="en-US"/>
              <a:t>空行を挟んで、理由（</a:t>
            </a:r>
            <a:r>
              <a:rPr kumimoji="1" lang="en-US" altLang="ja-JP" dirty="0"/>
              <a:t>Why</a:t>
            </a:r>
            <a:r>
              <a:rPr kumimoji="1" lang="ja-JP" altLang="en-US"/>
              <a:t>）を補足する。</a:t>
            </a:r>
            <a:endParaRPr kumimoji="1" lang="en-US" altLang="ja-JP" dirty="0"/>
          </a:p>
          <a:p>
            <a:pPr>
              <a:lnSpc>
                <a:spcPct val="120000"/>
              </a:lnSpc>
            </a:pPr>
            <a:endParaRPr kumimoji="1" lang="ja-JP" altLang="en-US"/>
          </a:p>
        </p:txBody>
      </p:sp>
      <p:sp>
        <p:nvSpPr>
          <p:cNvPr id="4" name="コンテンツ プレースホルダー 3">
            <a:extLst>
              <a:ext uri="{FF2B5EF4-FFF2-40B4-BE49-F238E27FC236}">
                <a16:creationId xmlns:a16="http://schemas.microsoft.com/office/drawing/2014/main" id="{A1B4EAEF-6482-2593-3A0D-B8FE1C02CA5D}"/>
              </a:ext>
            </a:extLst>
          </p:cNvPr>
          <p:cNvSpPr>
            <a:spLocks noGrp="1"/>
          </p:cNvSpPr>
          <p:nvPr>
            <p:ph sz="half" idx="2"/>
          </p:nvPr>
        </p:nvSpPr>
        <p:spPr/>
        <p:txBody>
          <a:bodyPr>
            <a:normAutofit fontScale="55000" lnSpcReduction="20000"/>
          </a:bodyPr>
          <a:lstStyle/>
          <a:p>
            <a:pPr>
              <a:lnSpc>
                <a:spcPct val="120000"/>
              </a:lnSpc>
            </a:pPr>
            <a:r>
              <a:rPr kumimoji="1" lang="ja-JP" altLang="en-US"/>
              <a:t>「</a:t>
            </a:r>
            <a:r>
              <a:rPr kumimoji="1" lang="en-US" altLang="ja-JP" dirty="0">
                <a:latin typeface="Consolas" panose="020B0609020204030204" pitchFamily="49" charset="0"/>
                <a:cs typeface="Consolas" panose="020B0609020204030204" pitchFamily="49" charset="0"/>
              </a:rPr>
              <a:t>git add .</a:t>
            </a:r>
            <a:r>
              <a:rPr kumimoji="1" lang="ja-JP" altLang="en-US"/>
              <a:t>」や「</a:t>
            </a:r>
            <a:r>
              <a:rPr kumimoji="1" lang="en-US" altLang="ja-JP" dirty="0">
                <a:latin typeface="Consolas" panose="020B0609020204030204" pitchFamily="49" charset="0"/>
                <a:cs typeface="Consolas" panose="020B0609020204030204" pitchFamily="49" charset="0"/>
              </a:rPr>
              <a:t>git add -A</a:t>
            </a:r>
            <a:r>
              <a:rPr kumimoji="1" lang="ja-JP" altLang="en-US"/>
              <a:t>」は使ってはいけない。</a:t>
            </a:r>
            <a:endParaRPr kumimoji="1" lang="en-US" altLang="ja-JP" dirty="0"/>
          </a:p>
          <a:p>
            <a:pPr lvl="1">
              <a:lnSpc>
                <a:spcPct val="120000"/>
              </a:lnSpc>
            </a:pPr>
            <a:r>
              <a:rPr kumimoji="1" lang="ja-JP" altLang="en-US"/>
              <a:t>本来</a:t>
            </a:r>
            <a:r>
              <a:rPr kumimoji="1" lang="en-US" altLang="ja-JP" dirty="0"/>
              <a:t>git</a:t>
            </a:r>
            <a:r>
              <a:rPr kumimoji="1" lang="ja-JP" altLang="en-US"/>
              <a:t>に加えるべきでないものが加えられることが多い。</a:t>
            </a:r>
            <a:endParaRPr kumimoji="1" lang="en-US" altLang="ja-JP" dirty="0"/>
          </a:p>
          <a:p>
            <a:pPr lvl="1">
              <a:lnSpc>
                <a:spcPct val="120000"/>
              </a:lnSpc>
            </a:pPr>
            <a:r>
              <a:rPr lang="en-US" altLang="ja-JP" dirty="0"/>
              <a:t>AI</a:t>
            </a:r>
            <a:r>
              <a:rPr lang="ja-JP" altLang="en-US"/>
              <a:t>もよくやらかす。</a:t>
            </a:r>
            <a:endParaRPr lang="en-US" altLang="ja-JP" dirty="0"/>
          </a:p>
          <a:p>
            <a:pPr>
              <a:lnSpc>
                <a:spcPct val="120000"/>
              </a:lnSpc>
            </a:pPr>
            <a:r>
              <a:rPr kumimoji="1" lang="en-US" altLang="ja-JP" dirty="0"/>
              <a:t>Commit</a:t>
            </a:r>
            <a:r>
              <a:rPr kumimoji="1" lang="ja-JP" altLang="en-US"/>
              <a:t>の前に</a:t>
            </a:r>
            <a:r>
              <a:rPr lang="ja-JP" altLang="en-US"/>
              <a:t>コミットの内容を確認する。</a:t>
            </a:r>
            <a:endParaRPr lang="en-US" altLang="ja-JP" dirty="0"/>
          </a:p>
          <a:p>
            <a:pPr lvl="1">
              <a:lnSpc>
                <a:spcPct val="120000"/>
              </a:lnSpc>
            </a:pPr>
            <a:r>
              <a:rPr kumimoji="1" lang="en-US" altLang="ja-JP" dirty="0">
                <a:latin typeface="Consolas" panose="020B0609020204030204" pitchFamily="49" charset="0"/>
                <a:cs typeface="Consolas" panose="020B0609020204030204" pitchFamily="49" charset="0"/>
              </a:rPr>
              <a:t>git diff --cached</a:t>
            </a:r>
            <a:endParaRPr kumimoji="1" lang="ja-JP" altLang="en-US">
              <a:latin typeface="Consolas" panose="020B0609020204030204" pitchFamily="49" charset="0"/>
              <a:cs typeface="Consolas" panose="020B0609020204030204" pitchFamily="49" charset="0"/>
            </a:endParaRPr>
          </a:p>
        </p:txBody>
      </p:sp>
      <p:sp>
        <p:nvSpPr>
          <p:cNvPr id="5" name="日付プレースホルダー 4">
            <a:extLst>
              <a:ext uri="{FF2B5EF4-FFF2-40B4-BE49-F238E27FC236}">
                <a16:creationId xmlns:a16="http://schemas.microsoft.com/office/drawing/2014/main" id="{D455012E-405E-79C2-A07F-6A708A5A69F1}"/>
              </a:ext>
            </a:extLst>
          </p:cNvPr>
          <p:cNvSpPr>
            <a:spLocks noGrp="1"/>
          </p:cNvSpPr>
          <p:nvPr>
            <p:ph type="dt" sz="half" idx="10"/>
          </p:nvPr>
        </p:nvSpPr>
        <p:spPr/>
        <p:txBody>
          <a:bodyPr/>
          <a:lstStyle/>
          <a:p>
            <a:r>
              <a:rPr kumimoji="1" lang="en-US" altLang="ja-JP"/>
              <a:t>2026/10/29</a:t>
            </a:r>
            <a:endParaRPr kumimoji="1" lang="ja-JP" altLang="en-US"/>
          </a:p>
        </p:txBody>
      </p:sp>
      <p:sp>
        <p:nvSpPr>
          <p:cNvPr id="6" name="スライド番号プレースホルダー 5">
            <a:extLst>
              <a:ext uri="{FF2B5EF4-FFF2-40B4-BE49-F238E27FC236}">
                <a16:creationId xmlns:a16="http://schemas.microsoft.com/office/drawing/2014/main" id="{FB9D63C2-3C88-85FF-321C-A1FBB12F0874}"/>
              </a:ext>
            </a:extLst>
          </p:cNvPr>
          <p:cNvSpPr>
            <a:spLocks noGrp="1"/>
          </p:cNvSpPr>
          <p:nvPr>
            <p:ph type="sldNum" sz="quarter" idx="12"/>
          </p:nvPr>
        </p:nvSpPr>
        <p:spPr/>
        <p:txBody>
          <a:bodyPr/>
          <a:lstStyle/>
          <a:p>
            <a:fld id="{74E5C2EA-A201-0F41-BE6C-96A0CC88D6B3}" type="slidenum">
              <a:rPr kumimoji="1" lang="ja-JP" altLang="en-US" smtClean="0"/>
              <a:t>27</a:t>
            </a:fld>
            <a:endParaRPr kumimoji="1" lang="ja-JP" altLang="en-US"/>
          </a:p>
        </p:txBody>
      </p:sp>
    </p:spTree>
    <p:extLst>
      <p:ext uri="{BB962C8B-B14F-4D97-AF65-F5344CB8AC3E}">
        <p14:creationId xmlns:p14="http://schemas.microsoft.com/office/powerpoint/2010/main" val="661475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B935ED-D3B2-1C13-A622-395A4A38FEC1}"/>
              </a:ext>
            </a:extLst>
          </p:cNvPr>
          <p:cNvSpPr>
            <a:spLocks noGrp="1"/>
          </p:cNvSpPr>
          <p:nvPr>
            <p:ph type="title"/>
          </p:nvPr>
        </p:nvSpPr>
        <p:spPr/>
        <p:txBody>
          <a:bodyPr/>
          <a:lstStyle/>
          <a:p>
            <a:r>
              <a:rPr kumimoji="1" lang="en-US" altLang="ja-JP" dirty="0"/>
              <a:t>Conventional Commits</a:t>
            </a:r>
            <a:endParaRPr kumimoji="1" lang="ja-JP" altLang="en-US"/>
          </a:p>
        </p:txBody>
      </p:sp>
      <p:sp>
        <p:nvSpPr>
          <p:cNvPr id="7" name="コンテンツ プレースホルダー 6">
            <a:extLst>
              <a:ext uri="{FF2B5EF4-FFF2-40B4-BE49-F238E27FC236}">
                <a16:creationId xmlns:a16="http://schemas.microsoft.com/office/drawing/2014/main" id="{FD0E54A5-6E71-E86B-EC6E-E5AECBD53035}"/>
              </a:ext>
            </a:extLst>
          </p:cNvPr>
          <p:cNvSpPr>
            <a:spLocks noGrp="1"/>
          </p:cNvSpPr>
          <p:nvPr>
            <p:ph idx="1"/>
          </p:nvPr>
        </p:nvSpPr>
        <p:spPr>
          <a:xfrm>
            <a:off x="838199" y="1825625"/>
            <a:ext cx="10811933" cy="4351338"/>
          </a:xfrm>
        </p:spPr>
        <p:txBody>
          <a:bodyPr>
            <a:normAutofit fontScale="62500" lnSpcReduction="20000"/>
          </a:bodyPr>
          <a:lstStyle/>
          <a:p>
            <a:pPr>
              <a:lnSpc>
                <a:spcPct val="120000"/>
              </a:lnSpc>
            </a:pPr>
            <a:r>
              <a:rPr lang="ja-JP" altLang="en-US"/>
              <a:t>人間と機械が読みやすく、意味のあるコミットメッセージするための仕様。</a:t>
            </a:r>
          </a:p>
          <a:p>
            <a:pPr>
              <a:lnSpc>
                <a:spcPct val="120000"/>
              </a:lnSpc>
            </a:pPr>
            <a:r>
              <a:rPr lang="ja-JP" altLang="en-US"/>
              <a:t>コミットコメントの１行目の冒頭に変更のタイプをつけよう。</a:t>
            </a:r>
          </a:p>
          <a:p>
            <a:pPr lvl="1">
              <a:lnSpc>
                <a:spcPct val="120000"/>
              </a:lnSpc>
            </a:pPr>
            <a:r>
              <a:rPr lang="en" altLang="ja-JP" dirty="0"/>
              <a:t>fix	</a:t>
            </a:r>
            <a:r>
              <a:rPr lang="ja-JP" altLang="en-US"/>
              <a:t>バグを修正したとき。</a:t>
            </a:r>
            <a:endParaRPr lang="ja-JP" altLang="en"/>
          </a:p>
          <a:p>
            <a:pPr lvl="1">
              <a:lnSpc>
                <a:spcPct val="120000"/>
              </a:lnSpc>
            </a:pPr>
            <a:r>
              <a:rPr lang="en" altLang="ja-JP" dirty="0"/>
              <a:t>feat	</a:t>
            </a:r>
            <a:r>
              <a:rPr lang="ja-JP" altLang="en-US"/>
              <a:t>新たな機能を追加したときに。</a:t>
            </a:r>
            <a:endParaRPr lang="ja-JP" altLang="en"/>
          </a:p>
          <a:p>
            <a:pPr lvl="1">
              <a:lnSpc>
                <a:spcPct val="120000"/>
              </a:lnSpc>
            </a:pPr>
            <a:r>
              <a:rPr lang="ja-JP" altLang="en-US"/>
              <a:t>タイプの後ろの「</a:t>
            </a:r>
            <a:r>
              <a:rPr lang="en-US" altLang="ja-JP" dirty="0"/>
              <a:t>!</a:t>
            </a:r>
            <a:r>
              <a:rPr lang="ja-JP" altLang="en-US"/>
              <a:t>」は、</a:t>
            </a:r>
            <a:r>
              <a:rPr lang="en-US" altLang="ja-JP" dirty="0"/>
              <a:t>API</a:t>
            </a:r>
            <a:r>
              <a:rPr lang="ja-JP" altLang="en-US"/>
              <a:t>の破壊的な変更を意味する。</a:t>
            </a:r>
            <a:endParaRPr lang="en-US" altLang="ja-JP" dirty="0"/>
          </a:p>
          <a:p>
            <a:pPr lvl="2">
              <a:lnSpc>
                <a:spcPct val="120000"/>
              </a:lnSpc>
            </a:pPr>
            <a:r>
              <a:rPr lang="ja-JP" altLang="en-US"/>
              <a:t>「</a:t>
            </a:r>
            <a:r>
              <a:rPr lang="en-US" altLang="ja-JP" dirty="0"/>
              <a:t>feat!:</a:t>
            </a:r>
            <a:r>
              <a:rPr lang="ja-JP" altLang="en-US"/>
              <a:t>」など。</a:t>
            </a:r>
          </a:p>
          <a:p>
            <a:pPr>
              <a:lnSpc>
                <a:spcPct val="120000"/>
              </a:lnSpc>
            </a:pPr>
            <a:r>
              <a:rPr lang="ja-JP" altLang="en-US"/>
              <a:t>他にも、</a:t>
            </a:r>
            <a:r>
              <a:rPr lang="en" altLang="ja-JP" dirty="0"/>
              <a:t>build, chore, ci, docs, style, refactor, perf, test </a:t>
            </a:r>
            <a:r>
              <a:rPr lang="ja-JP" altLang="en-US"/>
              <a:t>など。</a:t>
            </a:r>
          </a:p>
        </p:txBody>
      </p:sp>
      <p:sp>
        <p:nvSpPr>
          <p:cNvPr id="5" name="日付プレースホルダー 4">
            <a:extLst>
              <a:ext uri="{FF2B5EF4-FFF2-40B4-BE49-F238E27FC236}">
                <a16:creationId xmlns:a16="http://schemas.microsoft.com/office/drawing/2014/main" id="{CF7549EA-87DB-9319-94D1-CD109F3E4C71}"/>
              </a:ext>
            </a:extLst>
          </p:cNvPr>
          <p:cNvSpPr>
            <a:spLocks noGrp="1"/>
          </p:cNvSpPr>
          <p:nvPr>
            <p:ph type="dt" sz="half" idx="10"/>
          </p:nvPr>
        </p:nvSpPr>
        <p:spPr/>
        <p:txBody>
          <a:bodyPr/>
          <a:lstStyle/>
          <a:p>
            <a:r>
              <a:rPr kumimoji="1" lang="en-US" altLang="ja-JP"/>
              <a:t>2026/10/29</a:t>
            </a:r>
            <a:endParaRPr kumimoji="1" lang="ja-JP" altLang="en-US"/>
          </a:p>
        </p:txBody>
      </p:sp>
      <p:sp>
        <p:nvSpPr>
          <p:cNvPr id="6" name="スライド番号プレースホルダー 5">
            <a:extLst>
              <a:ext uri="{FF2B5EF4-FFF2-40B4-BE49-F238E27FC236}">
                <a16:creationId xmlns:a16="http://schemas.microsoft.com/office/drawing/2014/main" id="{3D2332F9-882B-5410-B5FA-7935E7962128}"/>
              </a:ext>
            </a:extLst>
          </p:cNvPr>
          <p:cNvSpPr>
            <a:spLocks noGrp="1"/>
          </p:cNvSpPr>
          <p:nvPr>
            <p:ph type="sldNum" sz="quarter" idx="12"/>
          </p:nvPr>
        </p:nvSpPr>
        <p:spPr/>
        <p:txBody>
          <a:bodyPr/>
          <a:lstStyle/>
          <a:p>
            <a:fld id="{74E5C2EA-A201-0F41-BE6C-96A0CC88D6B3}" type="slidenum">
              <a:rPr kumimoji="1" lang="ja-JP" altLang="en-US" smtClean="0"/>
              <a:t>28</a:t>
            </a:fld>
            <a:endParaRPr kumimoji="1" lang="ja-JP" altLang="en-US"/>
          </a:p>
        </p:txBody>
      </p:sp>
      <p:sp>
        <p:nvSpPr>
          <p:cNvPr id="8" name="正方形/長方形 7">
            <a:extLst>
              <a:ext uri="{FF2B5EF4-FFF2-40B4-BE49-F238E27FC236}">
                <a16:creationId xmlns:a16="http://schemas.microsoft.com/office/drawing/2014/main" id="{8DD14544-45D2-7310-EB9B-8D2DA8F999FF}"/>
              </a:ext>
            </a:extLst>
          </p:cNvPr>
          <p:cNvSpPr/>
          <p:nvPr/>
        </p:nvSpPr>
        <p:spPr>
          <a:xfrm>
            <a:off x="4802216" y="6356350"/>
            <a:ext cx="2587568" cy="369332"/>
          </a:xfrm>
          <a:prstGeom prst="rect">
            <a:avLst/>
          </a:prstGeom>
        </p:spPr>
        <p:txBody>
          <a:bodyPr wrap="none">
            <a:spAutoFit/>
          </a:bodyPr>
          <a:lstStyle/>
          <a:p>
            <a:pPr algn="ctr"/>
            <a:r>
              <a:rPr lang="en-US" altLang="ja-JP" dirty="0">
                <a:hlinkClick r:id="rId2"/>
              </a:rPr>
              <a:t>Conventional Commits</a:t>
            </a:r>
            <a:endParaRPr lang="ja-JP" altLang="en-US"/>
          </a:p>
        </p:txBody>
      </p:sp>
    </p:spTree>
    <p:extLst>
      <p:ext uri="{BB962C8B-B14F-4D97-AF65-F5344CB8AC3E}">
        <p14:creationId xmlns:p14="http://schemas.microsoft.com/office/powerpoint/2010/main" val="2201757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DEDCCE-F1F3-C4EF-7A4E-FEF213756727}"/>
              </a:ext>
            </a:extLst>
          </p:cNvPr>
          <p:cNvSpPr>
            <a:spLocks noGrp="1"/>
          </p:cNvSpPr>
          <p:nvPr>
            <p:ph type="title"/>
          </p:nvPr>
        </p:nvSpPr>
        <p:spPr/>
        <p:txBody>
          <a:bodyPr/>
          <a:lstStyle/>
          <a:p>
            <a:r>
              <a:rPr kumimoji="1" lang="en-US" altLang="ja-JP" dirty="0"/>
              <a:t>PR</a:t>
            </a:r>
            <a:r>
              <a:rPr kumimoji="1" lang="ja-JP" altLang="en-US"/>
              <a:t>（</a:t>
            </a:r>
            <a:r>
              <a:rPr kumimoji="1" lang="en-US" altLang="ja-JP" dirty="0"/>
              <a:t>Pull Request</a:t>
            </a:r>
            <a:r>
              <a:rPr kumimoji="1" lang="ja-JP" altLang="en-US"/>
              <a:t>）</a:t>
            </a:r>
          </a:p>
        </p:txBody>
      </p:sp>
      <p:sp>
        <p:nvSpPr>
          <p:cNvPr id="3" name="コンテンツ プレースホルダー 2">
            <a:extLst>
              <a:ext uri="{FF2B5EF4-FFF2-40B4-BE49-F238E27FC236}">
                <a16:creationId xmlns:a16="http://schemas.microsoft.com/office/drawing/2014/main" id="{04096E09-A9EA-42EF-D49C-413C3892F179}"/>
              </a:ext>
            </a:extLst>
          </p:cNvPr>
          <p:cNvSpPr>
            <a:spLocks noGrp="1"/>
          </p:cNvSpPr>
          <p:nvPr>
            <p:ph idx="1"/>
          </p:nvPr>
        </p:nvSpPr>
        <p:spPr/>
        <p:txBody>
          <a:bodyPr>
            <a:normAutofit/>
          </a:bodyPr>
          <a:lstStyle/>
          <a:p>
            <a:r>
              <a:rPr lang="ja-JP" altLang="en-US"/>
              <a:t>自分が行った変更を取り込んで欲しいというリクエストのこと。</a:t>
            </a:r>
            <a:endParaRPr lang="en-US" altLang="ja-JP" dirty="0"/>
          </a:p>
          <a:p>
            <a:r>
              <a:rPr kumimoji="1" lang="ja-JP" altLang="en-US"/>
              <a:t>この仕組みを挟むことで、以下の利点がある。</a:t>
            </a:r>
            <a:endParaRPr kumimoji="1" lang="en-US" altLang="ja-JP" dirty="0"/>
          </a:p>
          <a:p>
            <a:pPr lvl="1"/>
            <a:r>
              <a:rPr kumimoji="1" lang="ja-JP" altLang="en-US"/>
              <a:t>変更の意図</a:t>
            </a:r>
            <a:r>
              <a:rPr lang="ja-JP" altLang="en-US"/>
              <a:t>が説明できる。</a:t>
            </a:r>
            <a:endParaRPr lang="en-US" altLang="ja-JP" dirty="0"/>
          </a:p>
          <a:p>
            <a:pPr lvl="1"/>
            <a:r>
              <a:rPr kumimoji="1" lang="ja-JP" altLang="en-US"/>
              <a:t>取り込む前のレビューが行える。</a:t>
            </a:r>
          </a:p>
        </p:txBody>
      </p:sp>
      <p:sp>
        <p:nvSpPr>
          <p:cNvPr id="4" name="日付プレースホルダー 3">
            <a:extLst>
              <a:ext uri="{FF2B5EF4-FFF2-40B4-BE49-F238E27FC236}">
                <a16:creationId xmlns:a16="http://schemas.microsoft.com/office/drawing/2014/main" id="{8C98A9C4-F3D0-83D0-B89D-F78F955312EA}"/>
              </a:ext>
            </a:extLst>
          </p:cNvPr>
          <p:cNvSpPr>
            <a:spLocks noGrp="1"/>
          </p:cNvSpPr>
          <p:nvPr>
            <p:ph type="dt" sz="half" idx="10"/>
          </p:nvPr>
        </p:nvSpPr>
        <p:spPr/>
        <p:txBody>
          <a:bodyPr/>
          <a:lstStyle/>
          <a:p>
            <a:r>
              <a:rPr kumimoji="1" lang="en-US" altLang="ja-JP"/>
              <a:t>2026/10/29</a:t>
            </a:r>
            <a:endParaRPr kumimoji="1" lang="ja-JP" altLang="en-US"/>
          </a:p>
        </p:txBody>
      </p:sp>
      <p:sp>
        <p:nvSpPr>
          <p:cNvPr id="5" name="スライド番号プレースホルダー 4">
            <a:extLst>
              <a:ext uri="{FF2B5EF4-FFF2-40B4-BE49-F238E27FC236}">
                <a16:creationId xmlns:a16="http://schemas.microsoft.com/office/drawing/2014/main" id="{2488096C-F927-5148-19A9-4F5D4978B361}"/>
              </a:ext>
            </a:extLst>
          </p:cNvPr>
          <p:cNvSpPr>
            <a:spLocks noGrp="1"/>
          </p:cNvSpPr>
          <p:nvPr>
            <p:ph type="sldNum" sz="quarter" idx="12"/>
          </p:nvPr>
        </p:nvSpPr>
        <p:spPr/>
        <p:txBody>
          <a:bodyPr/>
          <a:lstStyle/>
          <a:p>
            <a:fld id="{74E5C2EA-A201-0F41-BE6C-96A0CC88D6B3}" type="slidenum">
              <a:rPr kumimoji="1" lang="ja-JP" altLang="en-US" smtClean="0"/>
              <a:t>29</a:t>
            </a:fld>
            <a:endParaRPr kumimoji="1" lang="ja-JP" altLang="en-US"/>
          </a:p>
        </p:txBody>
      </p:sp>
    </p:spTree>
    <p:extLst>
      <p:ext uri="{BB962C8B-B14F-4D97-AF65-F5344CB8AC3E}">
        <p14:creationId xmlns:p14="http://schemas.microsoft.com/office/powerpoint/2010/main" val="2272311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D0EC5F-46C5-3508-BDC2-1E4C5888C0A6}"/>
              </a:ext>
            </a:extLst>
          </p:cNvPr>
          <p:cNvSpPr>
            <a:spLocks noGrp="1"/>
          </p:cNvSpPr>
          <p:nvPr>
            <p:ph type="title"/>
          </p:nvPr>
        </p:nvSpPr>
        <p:spPr/>
        <p:txBody>
          <a:bodyPr/>
          <a:lstStyle/>
          <a:p>
            <a:r>
              <a:rPr kumimoji="1" lang="en-US" altLang="ja-JP" dirty="0"/>
              <a:t>PR</a:t>
            </a:r>
            <a:r>
              <a:rPr kumimoji="1" lang="ja-JP" altLang="en-US"/>
              <a:t>に書くべきこと</a:t>
            </a:r>
          </a:p>
        </p:txBody>
      </p:sp>
      <p:sp>
        <p:nvSpPr>
          <p:cNvPr id="3" name="コンテンツ プレースホルダー 2">
            <a:extLst>
              <a:ext uri="{FF2B5EF4-FFF2-40B4-BE49-F238E27FC236}">
                <a16:creationId xmlns:a16="http://schemas.microsoft.com/office/drawing/2014/main" id="{E8562C7C-0725-1550-1B5E-19118ECB1210}"/>
              </a:ext>
            </a:extLst>
          </p:cNvPr>
          <p:cNvSpPr>
            <a:spLocks noGrp="1"/>
          </p:cNvSpPr>
          <p:nvPr>
            <p:ph idx="1"/>
          </p:nvPr>
        </p:nvSpPr>
        <p:spPr>
          <a:xfrm>
            <a:off x="838200" y="5030787"/>
            <a:ext cx="10515600" cy="1325563"/>
          </a:xfrm>
        </p:spPr>
        <p:txBody>
          <a:bodyPr>
            <a:normAutofit fontScale="55000" lnSpcReduction="20000"/>
          </a:bodyPr>
          <a:lstStyle/>
          <a:p>
            <a:pPr>
              <a:lnSpc>
                <a:spcPct val="120000"/>
              </a:lnSpc>
            </a:pPr>
            <a:r>
              <a:rPr kumimoji="1" lang="ja-JP" altLang="en-US"/>
              <a:t>多くのプロジェクトで、テンプレートは用意されていない。</a:t>
            </a:r>
            <a:endParaRPr kumimoji="1" lang="en-US" altLang="ja-JP" dirty="0"/>
          </a:p>
          <a:p>
            <a:pPr>
              <a:lnSpc>
                <a:spcPct val="120000"/>
              </a:lnSpc>
            </a:pPr>
            <a:r>
              <a:rPr lang="ja-JP" altLang="en-US">
                <a:latin typeface="Meiryo"/>
              </a:rPr>
              <a:t>読む人が、何のための変更か、どう確かめたかを、</a:t>
            </a:r>
            <a:r>
              <a:rPr lang="en" altLang="ja-JP" dirty="0">
                <a:latin typeface="Meiryo"/>
              </a:rPr>
              <a:t>PR </a:t>
            </a:r>
            <a:r>
              <a:rPr lang="ja-JP" altLang="en-US">
                <a:latin typeface="Meiryo"/>
              </a:rPr>
              <a:t>だけで理解できることを目標に、自分で書いてみよう。</a:t>
            </a:r>
            <a:endParaRPr kumimoji="1" lang="ja-JP" altLang="en-US"/>
          </a:p>
        </p:txBody>
      </p:sp>
      <p:sp>
        <p:nvSpPr>
          <p:cNvPr id="4" name="日付プレースホルダー 3">
            <a:extLst>
              <a:ext uri="{FF2B5EF4-FFF2-40B4-BE49-F238E27FC236}">
                <a16:creationId xmlns:a16="http://schemas.microsoft.com/office/drawing/2014/main" id="{D91D7641-D735-9920-10CA-9D91F2BE9520}"/>
              </a:ext>
            </a:extLst>
          </p:cNvPr>
          <p:cNvSpPr>
            <a:spLocks noGrp="1"/>
          </p:cNvSpPr>
          <p:nvPr>
            <p:ph type="dt" sz="half" idx="10"/>
          </p:nvPr>
        </p:nvSpPr>
        <p:spPr/>
        <p:txBody>
          <a:bodyPr/>
          <a:lstStyle/>
          <a:p>
            <a:r>
              <a:rPr kumimoji="1" lang="en-US" altLang="ja-JP"/>
              <a:t>2026/10/29</a:t>
            </a:r>
            <a:endParaRPr kumimoji="1" lang="ja-JP" altLang="en-US"/>
          </a:p>
        </p:txBody>
      </p:sp>
      <p:sp>
        <p:nvSpPr>
          <p:cNvPr id="5" name="スライド番号プレースホルダー 4">
            <a:extLst>
              <a:ext uri="{FF2B5EF4-FFF2-40B4-BE49-F238E27FC236}">
                <a16:creationId xmlns:a16="http://schemas.microsoft.com/office/drawing/2014/main" id="{9E88678F-FA74-7366-FF1C-A6DE1C689B33}"/>
              </a:ext>
            </a:extLst>
          </p:cNvPr>
          <p:cNvSpPr>
            <a:spLocks noGrp="1"/>
          </p:cNvSpPr>
          <p:nvPr>
            <p:ph type="sldNum" sz="quarter" idx="12"/>
          </p:nvPr>
        </p:nvSpPr>
        <p:spPr/>
        <p:txBody>
          <a:bodyPr/>
          <a:lstStyle/>
          <a:p>
            <a:fld id="{74E5C2EA-A201-0F41-BE6C-96A0CC88D6B3}" type="slidenum">
              <a:rPr kumimoji="1" lang="ja-JP" altLang="en-US" smtClean="0"/>
              <a:t>30</a:t>
            </a:fld>
            <a:endParaRPr kumimoji="1" lang="ja-JP" altLang="en-US"/>
          </a:p>
        </p:txBody>
      </p:sp>
      <p:graphicFrame>
        <p:nvGraphicFramePr>
          <p:cNvPr id="6" name="Table 5">
            <a:extLst>
              <a:ext uri="{FF2B5EF4-FFF2-40B4-BE49-F238E27FC236}">
                <a16:creationId xmlns:a16="http://schemas.microsoft.com/office/drawing/2014/main" id="{3A739657-D579-B464-6BAC-DC6089A7A1EE}"/>
              </a:ext>
            </a:extLst>
          </p:cNvPr>
          <p:cNvGraphicFramePr>
            <a:graphicFrameLocks noGrp="1"/>
          </p:cNvGraphicFramePr>
          <p:nvPr>
            <p:extLst>
              <p:ext uri="{D42A27DB-BD31-4B8C-83A1-F6EECF244321}">
                <p14:modId xmlns:p14="http://schemas.microsoft.com/office/powerpoint/2010/main" val="1041593175"/>
              </p:ext>
            </p:extLst>
          </p:nvPr>
        </p:nvGraphicFramePr>
        <p:xfrm>
          <a:off x="838504" y="1645919"/>
          <a:ext cx="10515600" cy="3230878"/>
        </p:xfrm>
        <a:graphic>
          <a:graphicData uri="http://schemas.openxmlformats.org/drawingml/2006/table">
            <a:tbl>
              <a:tblPr firstRow="1" bandRow="1">
                <a:tableStyleId>{5C22544A-7EE6-4342-B048-85BDC9FD1C3A}</a:tableStyleId>
              </a:tblPr>
              <a:tblGrid>
                <a:gridCol w="2006296">
                  <a:extLst>
                    <a:ext uri="{9D8B030D-6E8A-4147-A177-3AD203B41FA5}">
                      <a16:colId xmlns:a16="http://schemas.microsoft.com/office/drawing/2014/main" val="20000"/>
                    </a:ext>
                  </a:extLst>
                </a:gridCol>
                <a:gridCol w="8509304">
                  <a:extLst>
                    <a:ext uri="{9D8B030D-6E8A-4147-A177-3AD203B41FA5}">
                      <a16:colId xmlns:a16="http://schemas.microsoft.com/office/drawing/2014/main" val="20001"/>
                    </a:ext>
                  </a:extLst>
                </a:gridCol>
              </a:tblGrid>
              <a:tr h="461554">
                <a:tc>
                  <a:txBody>
                    <a:bodyPr/>
                    <a:lstStyle/>
                    <a:p>
                      <a:r>
                        <a:rPr sz="2000" b="1" dirty="0" err="1">
                          <a:latin typeface="Meiryo"/>
                        </a:rPr>
                        <a:t>項目</a:t>
                      </a:r>
                      <a:endParaRPr sz="2000" b="1" dirty="0">
                        <a:latin typeface="Meiryo"/>
                      </a:endParaRPr>
                    </a:p>
                  </a:txBody>
                  <a:tcPr anchor="ctr"/>
                </a:tc>
                <a:tc>
                  <a:txBody>
                    <a:bodyPr/>
                    <a:lstStyle/>
                    <a:p>
                      <a:r>
                        <a:rPr sz="2000" b="1">
                          <a:latin typeface="Meiryo"/>
                        </a:rPr>
                        <a:t>書くこと</a:t>
                      </a:r>
                    </a:p>
                  </a:txBody>
                  <a:tcPr anchor="ctr"/>
                </a:tc>
                <a:extLst>
                  <a:ext uri="{0D108BD9-81ED-4DB2-BD59-A6C34878D82A}">
                    <a16:rowId xmlns:a16="http://schemas.microsoft.com/office/drawing/2014/main" val="10000"/>
                  </a:ext>
                </a:extLst>
              </a:tr>
              <a:tr h="461554">
                <a:tc>
                  <a:txBody>
                    <a:bodyPr/>
                    <a:lstStyle/>
                    <a:p>
                      <a:r>
                        <a:rPr lang="ja-JP" altLang="en-US" sz="2000" b="1">
                          <a:latin typeface="Meiryo"/>
                        </a:rPr>
                        <a:t>タイトル</a:t>
                      </a:r>
                      <a:endParaRPr sz="2000" b="1" dirty="0">
                        <a:latin typeface="Meiryo"/>
                      </a:endParaRPr>
                    </a:p>
                  </a:txBody>
                  <a:tcPr anchor="ctr"/>
                </a:tc>
                <a:tc>
                  <a:txBody>
                    <a:bodyPr/>
                    <a:lstStyle/>
                    <a:p>
                      <a:r>
                        <a:rPr lang="en-US" sz="2000" b="0" dirty="0" err="1">
                          <a:latin typeface="Meiryo"/>
                        </a:rPr>
                        <a:t>PRの内容を端的に表すタイトル</a:t>
                      </a:r>
                      <a:r>
                        <a:rPr lang="en-US" sz="2000" b="0" dirty="0">
                          <a:latin typeface="Meiryo"/>
                        </a:rPr>
                        <a:t>。</a:t>
                      </a:r>
                      <a:endParaRPr sz="2000" b="0" dirty="0">
                        <a:latin typeface="Meiryo"/>
                      </a:endParaRPr>
                    </a:p>
                  </a:txBody>
                  <a:tcPr anchor="ctr"/>
                </a:tc>
                <a:extLst>
                  <a:ext uri="{0D108BD9-81ED-4DB2-BD59-A6C34878D82A}">
                    <a16:rowId xmlns:a16="http://schemas.microsoft.com/office/drawing/2014/main" val="313577810"/>
                  </a:ext>
                </a:extLst>
              </a:tr>
              <a:tr h="461554">
                <a:tc>
                  <a:txBody>
                    <a:bodyPr/>
                    <a:lstStyle/>
                    <a:p>
                      <a:r>
                        <a:rPr sz="2000" b="1" dirty="0" err="1">
                          <a:latin typeface="Meiryo"/>
                        </a:rPr>
                        <a:t>概要</a:t>
                      </a:r>
                      <a:endParaRPr sz="2000" b="1" dirty="0">
                        <a:latin typeface="Meiryo"/>
                      </a:endParaRPr>
                    </a:p>
                  </a:txBody>
                  <a:tcPr anchor="ctr"/>
                </a:tc>
                <a:tc>
                  <a:txBody>
                    <a:bodyPr/>
                    <a:lstStyle/>
                    <a:p>
                      <a:r>
                        <a:rPr sz="2000" b="0" dirty="0" err="1">
                          <a:latin typeface="Meiryo"/>
                        </a:rPr>
                        <a:t>何を、どう変えたか</a:t>
                      </a:r>
                      <a:r>
                        <a:rPr lang="en-US" sz="2000" b="0" dirty="0" err="1">
                          <a:latin typeface="Meiryo"/>
                        </a:rPr>
                        <a:t>を書く</a:t>
                      </a:r>
                      <a:r>
                        <a:rPr lang="en-US" sz="2000" b="0" dirty="0">
                          <a:latin typeface="Meiryo"/>
                        </a:rPr>
                        <a:t>。</a:t>
                      </a:r>
                    </a:p>
                  </a:txBody>
                  <a:tcPr anchor="ctr"/>
                </a:tc>
                <a:extLst>
                  <a:ext uri="{0D108BD9-81ED-4DB2-BD59-A6C34878D82A}">
                    <a16:rowId xmlns:a16="http://schemas.microsoft.com/office/drawing/2014/main" val="10001"/>
                  </a:ext>
                </a:extLst>
              </a:tr>
              <a:tr h="461554">
                <a:tc>
                  <a:txBody>
                    <a:bodyPr/>
                    <a:lstStyle/>
                    <a:p>
                      <a:r>
                        <a:rPr sz="2000" b="1">
                          <a:latin typeface="Meiryo"/>
                        </a:rPr>
                        <a:t>関連 Issue</a:t>
                      </a:r>
                    </a:p>
                  </a:txBody>
                  <a:tcPr anchor="ctr"/>
                </a:tc>
                <a:tc>
                  <a:txBody>
                    <a:bodyPr/>
                    <a:lstStyle/>
                    <a:p>
                      <a:r>
                        <a:rPr sz="2000" b="0" dirty="0">
                          <a:latin typeface="Meiryo"/>
                        </a:rPr>
                        <a:t>Closes #</a:t>
                      </a:r>
                      <a:r>
                        <a:rPr sz="2000" b="0" dirty="0" err="1">
                          <a:latin typeface="Meiryo"/>
                        </a:rPr>
                        <a:t>番号</a:t>
                      </a:r>
                      <a:r>
                        <a:rPr sz="2000" b="0" dirty="0">
                          <a:latin typeface="Meiryo"/>
                        </a:rPr>
                        <a:t> </a:t>
                      </a:r>
                      <a:r>
                        <a:rPr sz="2000" b="0" dirty="0" err="1">
                          <a:latin typeface="Meiryo"/>
                        </a:rPr>
                        <a:t>と書くと、マージ時に</a:t>
                      </a:r>
                      <a:r>
                        <a:rPr sz="2000" b="0" dirty="0">
                          <a:latin typeface="Meiryo"/>
                        </a:rPr>
                        <a:t> Issue </a:t>
                      </a:r>
                      <a:r>
                        <a:rPr sz="2000" b="0" dirty="0" err="1">
                          <a:latin typeface="Meiryo"/>
                        </a:rPr>
                        <a:t>が自動で閉じる</a:t>
                      </a:r>
                      <a:r>
                        <a:rPr lang="en-US" sz="2000" b="0" dirty="0">
                          <a:latin typeface="Meiryo"/>
                        </a:rPr>
                        <a:t>。</a:t>
                      </a:r>
                      <a:endParaRPr sz="2000" b="0" dirty="0">
                        <a:latin typeface="Meiryo"/>
                      </a:endParaRPr>
                    </a:p>
                  </a:txBody>
                  <a:tcPr anchor="ctr"/>
                </a:tc>
                <a:extLst>
                  <a:ext uri="{0D108BD9-81ED-4DB2-BD59-A6C34878D82A}">
                    <a16:rowId xmlns:a16="http://schemas.microsoft.com/office/drawing/2014/main" val="10002"/>
                  </a:ext>
                </a:extLst>
              </a:tr>
              <a:tr h="461554">
                <a:tc>
                  <a:txBody>
                    <a:bodyPr/>
                    <a:lstStyle/>
                    <a:p>
                      <a:r>
                        <a:rPr sz="2000" b="1">
                          <a:latin typeface="Meiryo"/>
                        </a:rPr>
                        <a:t>確認方法</a:t>
                      </a:r>
                    </a:p>
                  </a:txBody>
                  <a:tcPr anchor="ctr"/>
                </a:tc>
                <a:tc>
                  <a:txBody>
                    <a:bodyPr/>
                    <a:lstStyle/>
                    <a:p>
                      <a:r>
                        <a:rPr sz="2000" b="0" dirty="0" err="1">
                          <a:latin typeface="Meiryo"/>
                        </a:rPr>
                        <a:t>どのコマンドや操作で、どう確かめたか</a:t>
                      </a:r>
                      <a:r>
                        <a:rPr lang="ja-JP" altLang="en-US" sz="2000" b="0">
                          <a:latin typeface="Meiryo"/>
                        </a:rPr>
                        <a:t>。</a:t>
                      </a:r>
                      <a:endParaRPr sz="2000" b="0" dirty="0">
                        <a:latin typeface="Meiryo"/>
                      </a:endParaRPr>
                    </a:p>
                  </a:txBody>
                  <a:tcPr anchor="ctr"/>
                </a:tc>
                <a:extLst>
                  <a:ext uri="{0D108BD9-81ED-4DB2-BD59-A6C34878D82A}">
                    <a16:rowId xmlns:a16="http://schemas.microsoft.com/office/drawing/2014/main" val="10003"/>
                  </a:ext>
                </a:extLst>
              </a:tr>
              <a:tr h="461554">
                <a:tc>
                  <a:txBody>
                    <a:bodyPr/>
                    <a:lstStyle/>
                    <a:p>
                      <a:r>
                        <a:rPr sz="2000" b="1">
                          <a:latin typeface="Meiryo"/>
                        </a:rPr>
                        <a:t>AI の利用</a:t>
                      </a:r>
                    </a:p>
                  </a:txBody>
                  <a:tcPr anchor="ctr"/>
                </a:tc>
                <a:tc>
                  <a:txBody>
                    <a:bodyPr/>
                    <a:lstStyle/>
                    <a:p>
                      <a:r>
                        <a:rPr sz="2000" b="0" dirty="0" err="1">
                          <a:latin typeface="Meiryo"/>
                        </a:rPr>
                        <a:t>自分でやった範囲と、AI</a:t>
                      </a:r>
                      <a:r>
                        <a:rPr sz="2000" b="0" dirty="0">
                          <a:latin typeface="Meiryo"/>
                        </a:rPr>
                        <a:t> </a:t>
                      </a:r>
                      <a:r>
                        <a:rPr sz="2000" b="0" dirty="0" err="1">
                          <a:latin typeface="Meiryo"/>
                        </a:rPr>
                        <a:t>に任せた範囲（使っていなければ、そう書く</a:t>
                      </a:r>
                      <a:r>
                        <a:rPr sz="2000" b="0" dirty="0">
                          <a:latin typeface="Meiryo"/>
                        </a:rPr>
                        <a:t>）</a:t>
                      </a:r>
                      <a:r>
                        <a:rPr lang="ja-JP" altLang="en-US" sz="2000" b="0">
                          <a:latin typeface="Meiryo"/>
                        </a:rPr>
                        <a:t>。</a:t>
                      </a:r>
                      <a:endParaRPr sz="2000" b="0" dirty="0">
                        <a:latin typeface="Meiryo"/>
                      </a:endParaRPr>
                    </a:p>
                  </a:txBody>
                  <a:tcPr anchor="ctr"/>
                </a:tc>
                <a:extLst>
                  <a:ext uri="{0D108BD9-81ED-4DB2-BD59-A6C34878D82A}">
                    <a16:rowId xmlns:a16="http://schemas.microsoft.com/office/drawing/2014/main" val="10004"/>
                  </a:ext>
                </a:extLst>
              </a:tr>
              <a:tr h="461554">
                <a:tc>
                  <a:txBody>
                    <a:bodyPr/>
                    <a:lstStyle/>
                    <a:p>
                      <a:r>
                        <a:rPr sz="2000" b="1" dirty="0" err="1">
                          <a:latin typeface="Meiryo"/>
                        </a:rPr>
                        <a:t>補足</a:t>
                      </a:r>
                      <a:endParaRPr sz="2000" b="1" dirty="0">
                        <a:latin typeface="Meiryo"/>
                      </a:endParaRPr>
                    </a:p>
                  </a:txBody>
                  <a:tcPr anchor="ctr"/>
                </a:tc>
                <a:tc>
                  <a:txBody>
                    <a:bodyPr/>
                    <a:lstStyle/>
                    <a:p>
                      <a:r>
                        <a:rPr sz="2000" b="0" dirty="0" err="1">
                          <a:latin typeface="Meiryo"/>
                        </a:rPr>
                        <a:t>迷った点、気になる点があれば</a:t>
                      </a:r>
                      <a:r>
                        <a:rPr lang="ja-JP" altLang="en-US" sz="2000" b="0">
                          <a:latin typeface="Meiryo"/>
                        </a:rPr>
                        <a:t>。</a:t>
                      </a:r>
                      <a:endParaRPr sz="2000" b="0" dirty="0">
                        <a:latin typeface="Meiryo"/>
                      </a:endParaRPr>
                    </a:p>
                  </a:txBody>
                  <a:tcPr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965130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478147-320D-29F1-E7AC-D8D6110DC584}"/>
              </a:ext>
            </a:extLst>
          </p:cNvPr>
          <p:cNvSpPr>
            <a:spLocks noGrp="1"/>
          </p:cNvSpPr>
          <p:nvPr>
            <p:ph type="title"/>
          </p:nvPr>
        </p:nvSpPr>
        <p:spPr/>
        <p:txBody>
          <a:bodyPr/>
          <a:lstStyle/>
          <a:p>
            <a:r>
              <a:rPr kumimoji="1" lang="en-US" altLang="ja-JP" dirty="0"/>
              <a:t>PR</a:t>
            </a:r>
            <a:r>
              <a:rPr kumimoji="1" lang="ja-JP" altLang="en-US"/>
              <a:t>本文の例</a:t>
            </a:r>
          </a:p>
        </p:txBody>
      </p:sp>
      <p:sp>
        <p:nvSpPr>
          <p:cNvPr id="3" name="コンテンツ プレースホルダー 2">
            <a:extLst>
              <a:ext uri="{FF2B5EF4-FFF2-40B4-BE49-F238E27FC236}">
                <a16:creationId xmlns:a16="http://schemas.microsoft.com/office/drawing/2014/main" id="{CB6EDD1F-D87B-C9F6-6DFE-00A909105AEB}"/>
              </a:ext>
            </a:extLst>
          </p:cNvPr>
          <p:cNvSpPr>
            <a:spLocks noGrp="1"/>
          </p:cNvSpPr>
          <p:nvPr>
            <p:ph idx="1"/>
          </p:nvPr>
        </p:nvSpPr>
        <p:spPr>
          <a:xfrm>
            <a:off x="838200" y="1825625"/>
            <a:ext cx="5257800" cy="4351338"/>
          </a:xfrm>
        </p:spPr>
        <p:txBody>
          <a:bodyPr>
            <a:normAutofit/>
          </a:bodyPr>
          <a:lstStyle/>
          <a:p>
            <a:pPr>
              <a:lnSpc>
                <a:spcPct val="120000"/>
              </a:lnSpc>
            </a:pPr>
            <a:r>
              <a:rPr lang="ja-JP" altLang="en-US">
                <a:latin typeface="Meiryo"/>
              </a:rPr>
              <a:t>変更内容と関連する</a:t>
            </a:r>
            <a:r>
              <a:rPr lang="en-US" altLang="ja-JP" dirty="0">
                <a:latin typeface="Meiryo"/>
              </a:rPr>
              <a:t>Issue</a:t>
            </a:r>
            <a:r>
              <a:rPr lang="ja-JP" altLang="en-US">
                <a:latin typeface="Meiryo"/>
              </a:rPr>
              <a:t>を書く。</a:t>
            </a:r>
            <a:endParaRPr lang="en-US" altLang="ja-JP" dirty="0">
              <a:latin typeface="Meiryo"/>
            </a:endParaRPr>
          </a:p>
          <a:p>
            <a:pPr>
              <a:lnSpc>
                <a:spcPct val="120000"/>
              </a:lnSpc>
            </a:pPr>
            <a:r>
              <a:rPr lang="ja-JP" altLang="en-US">
                <a:latin typeface="Meiryo"/>
              </a:rPr>
              <a:t>確認した項目を書いている。</a:t>
            </a:r>
          </a:p>
        </p:txBody>
      </p:sp>
      <p:sp>
        <p:nvSpPr>
          <p:cNvPr id="4" name="日付プレースホルダー 3">
            <a:extLst>
              <a:ext uri="{FF2B5EF4-FFF2-40B4-BE49-F238E27FC236}">
                <a16:creationId xmlns:a16="http://schemas.microsoft.com/office/drawing/2014/main" id="{CBAD23FA-0600-11C8-70A8-CCBA364D8B7E}"/>
              </a:ext>
            </a:extLst>
          </p:cNvPr>
          <p:cNvSpPr>
            <a:spLocks noGrp="1"/>
          </p:cNvSpPr>
          <p:nvPr>
            <p:ph type="dt" sz="half" idx="10"/>
          </p:nvPr>
        </p:nvSpPr>
        <p:spPr/>
        <p:txBody>
          <a:bodyPr/>
          <a:lstStyle/>
          <a:p>
            <a:r>
              <a:rPr kumimoji="1" lang="en-US" altLang="ja-JP"/>
              <a:t>2026/10/29</a:t>
            </a:r>
            <a:endParaRPr kumimoji="1" lang="ja-JP" altLang="en-US"/>
          </a:p>
        </p:txBody>
      </p:sp>
      <p:sp>
        <p:nvSpPr>
          <p:cNvPr id="5" name="スライド番号プレースホルダー 4">
            <a:extLst>
              <a:ext uri="{FF2B5EF4-FFF2-40B4-BE49-F238E27FC236}">
                <a16:creationId xmlns:a16="http://schemas.microsoft.com/office/drawing/2014/main" id="{0B5A43CE-AC41-D66A-CDF2-D9520FC5002F}"/>
              </a:ext>
            </a:extLst>
          </p:cNvPr>
          <p:cNvSpPr>
            <a:spLocks noGrp="1"/>
          </p:cNvSpPr>
          <p:nvPr>
            <p:ph type="sldNum" sz="quarter" idx="12"/>
          </p:nvPr>
        </p:nvSpPr>
        <p:spPr/>
        <p:txBody>
          <a:bodyPr/>
          <a:lstStyle/>
          <a:p>
            <a:fld id="{74E5C2EA-A201-0F41-BE6C-96A0CC88D6B3}" type="slidenum">
              <a:rPr kumimoji="1" lang="ja-JP" altLang="en-US" smtClean="0"/>
              <a:t>31</a:t>
            </a:fld>
            <a:endParaRPr kumimoji="1" lang="ja-JP" altLang="en-US"/>
          </a:p>
        </p:txBody>
      </p:sp>
      <p:pic>
        <p:nvPicPr>
          <p:cNvPr id="6" name="図 5">
            <a:extLst>
              <a:ext uri="{FF2B5EF4-FFF2-40B4-BE49-F238E27FC236}">
                <a16:creationId xmlns:a16="http://schemas.microsoft.com/office/drawing/2014/main" id="{A9375D01-A3EF-B550-A108-0381F7F49EBE}"/>
              </a:ext>
            </a:extLst>
          </p:cNvPr>
          <p:cNvPicPr>
            <a:picLocks noChangeAspect="1"/>
          </p:cNvPicPr>
          <p:nvPr/>
        </p:nvPicPr>
        <p:blipFill>
          <a:blip r:embed="rId2"/>
          <a:stretch>
            <a:fillRect/>
          </a:stretch>
        </p:blipFill>
        <p:spPr>
          <a:xfrm>
            <a:off x="5836149" y="1201825"/>
            <a:ext cx="7772400" cy="5154525"/>
          </a:xfrm>
          <a:prstGeom prst="rect">
            <a:avLst/>
          </a:prstGeom>
        </p:spPr>
      </p:pic>
      <p:sp>
        <p:nvSpPr>
          <p:cNvPr id="8" name="テキスト ボックス 7">
            <a:extLst>
              <a:ext uri="{FF2B5EF4-FFF2-40B4-BE49-F238E27FC236}">
                <a16:creationId xmlns:a16="http://schemas.microsoft.com/office/drawing/2014/main" id="{FE3EA808-1F73-9E35-86C6-AB43EEB9A89B}"/>
              </a:ext>
            </a:extLst>
          </p:cNvPr>
          <p:cNvSpPr txBox="1"/>
          <p:nvPr/>
        </p:nvSpPr>
        <p:spPr>
          <a:xfrm>
            <a:off x="6985000" y="6381848"/>
            <a:ext cx="5207000" cy="307777"/>
          </a:xfrm>
          <a:prstGeom prst="rect">
            <a:avLst/>
          </a:prstGeom>
          <a:solidFill>
            <a:schemeClr val="bg1"/>
          </a:solidFill>
        </p:spPr>
        <p:txBody>
          <a:bodyPr wrap="square">
            <a:spAutoFit/>
          </a:bodyPr>
          <a:lstStyle/>
          <a:p>
            <a:r>
              <a:rPr lang="ja-JP" altLang="en-US" sz="1400">
                <a:latin typeface="Consolas" panose="020B0609020204030204" pitchFamily="49" charset="0"/>
                <a:cs typeface="Consolas" panose="020B0609020204030204" pitchFamily="49" charset="0"/>
                <a:hlinkClick r:id="rId3"/>
              </a:rPr>
              <a:t>https://github.com/tamadalab/welfare-time/pull/76</a:t>
            </a:r>
            <a:endParaRPr lang="en-US" altLang="ja-JP" sz="14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17015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BE569F9-F027-7BDF-5CBE-7D3148A4158B}"/>
              </a:ext>
            </a:extLst>
          </p:cNvPr>
          <p:cNvSpPr>
            <a:spLocks noGrp="1"/>
          </p:cNvSpPr>
          <p:nvPr>
            <p:ph type="title"/>
          </p:nvPr>
        </p:nvSpPr>
        <p:spPr/>
        <p:txBody>
          <a:bodyPr/>
          <a:lstStyle/>
          <a:p>
            <a:r>
              <a:rPr kumimoji="1" lang="en-US" altLang="ja-JP" dirty="0"/>
              <a:t>PR</a:t>
            </a:r>
            <a:r>
              <a:rPr lang="ja-JP" altLang="en-US"/>
              <a:t>作成の例</a:t>
            </a:r>
            <a:endParaRPr kumimoji="1" lang="ja-JP" altLang="en-US"/>
          </a:p>
        </p:txBody>
      </p:sp>
      <p:sp>
        <p:nvSpPr>
          <p:cNvPr id="4" name="日付プレースホルダー 3">
            <a:extLst>
              <a:ext uri="{FF2B5EF4-FFF2-40B4-BE49-F238E27FC236}">
                <a16:creationId xmlns:a16="http://schemas.microsoft.com/office/drawing/2014/main" id="{926EEF81-8BDF-1CE9-6D39-6CBCCDC6F675}"/>
              </a:ext>
            </a:extLst>
          </p:cNvPr>
          <p:cNvSpPr>
            <a:spLocks noGrp="1"/>
          </p:cNvSpPr>
          <p:nvPr>
            <p:ph type="dt" sz="half" idx="10"/>
          </p:nvPr>
        </p:nvSpPr>
        <p:spPr/>
        <p:txBody>
          <a:bodyPr/>
          <a:lstStyle/>
          <a:p>
            <a:r>
              <a:rPr kumimoji="1" lang="en-US" altLang="ja-JP"/>
              <a:t>2026/10/29</a:t>
            </a:r>
            <a:endParaRPr kumimoji="1" lang="ja-JP" altLang="en-US"/>
          </a:p>
        </p:txBody>
      </p:sp>
      <p:sp>
        <p:nvSpPr>
          <p:cNvPr id="5" name="スライド番号プレースホルダー 4">
            <a:extLst>
              <a:ext uri="{FF2B5EF4-FFF2-40B4-BE49-F238E27FC236}">
                <a16:creationId xmlns:a16="http://schemas.microsoft.com/office/drawing/2014/main" id="{3150BBCF-1D58-BA8E-F45B-F5BB3E41657C}"/>
              </a:ext>
            </a:extLst>
          </p:cNvPr>
          <p:cNvSpPr>
            <a:spLocks noGrp="1"/>
          </p:cNvSpPr>
          <p:nvPr>
            <p:ph type="sldNum" sz="quarter" idx="12"/>
          </p:nvPr>
        </p:nvSpPr>
        <p:spPr/>
        <p:txBody>
          <a:bodyPr/>
          <a:lstStyle/>
          <a:p>
            <a:fld id="{74E5C2EA-A201-0F41-BE6C-96A0CC88D6B3}" type="slidenum">
              <a:rPr kumimoji="1" lang="ja-JP" altLang="en-US" smtClean="0"/>
              <a:t>32</a:t>
            </a:fld>
            <a:endParaRPr kumimoji="1" lang="ja-JP" altLang="en-US"/>
          </a:p>
        </p:txBody>
      </p:sp>
      <p:pic>
        <p:nvPicPr>
          <p:cNvPr id="9" name="図 8">
            <a:extLst>
              <a:ext uri="{FF2B5EF4-FFF2-40B4-BE49-F238E27FC236}">
                <a16:creationId xmlns:a16="http://schemas.microsoft.com/office/drawing/2014/main" id="{E5DEA66C-64E1-41D3-6B9E-DCC7CDFA6371}"/>
              </a:ext>
            </a:extLst>
          </p:cNvPr>
          <p:cNvPicPr>
            <a:picLocks noChangeAspect="1"/>
          </p:cNvPicPr>
          <p:nvPr/>
        </p:nvPicPr>
        <p:blipFill>
          <a:blip r:embed="rId2"/>
          <a:stretch>
            <a:fillRect/>
          </a:stretch>
        </p:blipFill>
        <p:spPr>
          <a:xfrm>
            <a:off x="1795511" y="1690688"/>
            <a:ext cx="8600978" cy="5704025"/>
          </a:xfrm>
          <a:prstGeom prst="rect">
            <a:avLst/>
          </a:prstGeom>
        </p:spPr>
      </p:pic>
      <p:sp>
        <p:nvSpPr>
          <p:cNvPr id="10" name="角丸四角形 9">
            <a:extLst>
              <a:ext uri="{FF2B5EF4-FFF2-40B4-BE49-F238E27FC236}">
                <a16:creationId xmlns:a16="http://schemas.microsoft.com/office/drawing/2014/main" id="{CC058F71-2397-2F50-A022-72E93A34CD22}"/>
              </a:ext>
            </a:extLst>
          </p:cNvPr>
          <p:cNvSpPr/>
          <p:nvPr/>
        </p:nvSpPr>
        <p:spPr>
          <a:xfrm>
            <a:off x="2001077" y="3109119"/>
            <a:ext cx="2743199" cy="365125"/>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B649259E-1DE8-6F16-3E92-A0A4BBDE64F2}"/>
              </a:ext>
            </a:extLst>
          </p:cNvPr>
          <p:cNvSpPr txBox="1"/>
          <p:nvPr/>
        </p:nvSpPr>
        <p:spPr>
          <a:xfrm>
            <a:off x="92766" y="2646919"/>
            <a:ext cx="2138727" cy="1277273"/>
          </a:xfrm>
          <a:prstGeom prst="rect">
            <a:avLst/>
          </a:prstGeom>
          <a:noFill/>
        </p:spPr>
        <p:txBody>
          <a:bodyPr wrap="none" rtlCol="0">
            <a:spAutoFit/>
          </a:bodyPr>
          <a:lstStyle/>
          <a:p>
            <a:pPr algn="l">
              <a:spcAft>
                <a:spcPts val="600"/>
              </a:spcAft>
            </a:pPr>
            <a:r>
              <a:rPr kumimoji="1" lang="ja-JP" altLang="en-US" b="1">
                <a:latin typeface="Meiryo" panose="020B0604030504040204" pitchFamily="34" charset="-128"/>
                <a:ea typeface="Meiryo" panose="020B0604030504040204" pitchFamily="34" charset="-128"/>
              </a:rPr>
              <a:t>マージ先（</a:t>
            </a:r>
            <a:r>
              <a:rPr kumimoji="1" lang="en-US" altLang="ja-JP" b="1" dirty="0">
                <a:latin typeface="Meiryo" panose="020B0604030504040204" pitchFamily="34" charset="-128"/>
                <a:ea typeface="Meiryo" panose="020B0604030504040204" pitchFamily="34" charset="-128"/>
              </a:rPr>
              <a:t>base</a:t>
            </a:r>
            <a:r>
              <a:rPr kumimoji="1" lang="ja-JP" altLang="en-US" b="1">
                <a:latin typeface="Meiryo" panose="020B0604030504040204" pitchFamily="34" charset="-128"/>
                <a:ea typeface="Meiryo" panose="020B0604030504040204" pitchFamily="34" charset="-128"/>
              </a:rPr>
              <a:t>）</a:t>
            </a:r>
            <a:endParaRPr kumimoji="1" lang="en-US" altLang="ja-JP" b="1" dirty="0">
              <a:latin typeface="Meiryo" panose="020B0604030504040204" pitchFamily="34" charset="-128"/>
              <a:ea typeface="Meiryo" panose="020B0604030504040204" pitchFamily="34" charset="-128"/>
            </a:endParaRPr>
          </a:p>
          <a:p>
            <a:pPr algn="l"/>
            <a:r>
              <a:rPr kumimoji="1" lang="ja-JP" altLang="en-US">
                <a:latin typeface="Meiryo" panose="020B0604030504040204" pitchFamily="34" charset="-128"/>
                <a:ea typeface="Meiryo" panose="020B0604030504040204" pitchFamily="34" charset="-128"/>
              </a:rPr>
              <a:t>リポジトリ名と</a:t>
            </a:r>
            <a:endParaRPr kumimoji="1" lang="en-US" altLang="ja-JP" dirty="0">
              <a:latin typeface="Meiryo" panose="020B0604030504040204" pitchFamily="34" charset="-128"/>
              <a:ea typeface="Meiryo" panose="020B0604030504040204" pitchFamily="34" charset="-128"/>
            </a:endParaRPr>
          </a:p>
          <a:p>
            <a:pPr algn="l"/>
            <a:r>
              <a:rPr lang="ja-JP" altLang="en-US">
                <a:latin typeface="Meiryo" panose="020B0604030504040204" pitchFamily="34" charset="-128"/>
                <a:ea typeface="Meiryo" panose="020B0604030504040204" pitchFamily="34" charset="-128"/>
              </a:rPr>
              <a:t>ブランチ名を</a:t>
            </a:r>
            <a:endParaRPr lang="en-US" altLang="ja-JP" dirty="0">
              <a:latin typeface="Meiryo" panose="020B0604030504040204" pitchFamily="34" charset="-128"/>
              <a:ea typeface="Meiryo" panose="020B0604030504040204" pitchFamily="34" charset="-128"/>
            </a:endParaRPr>
          </a:p>
          <a:p>
            <a:pPr algn="l"/>
            <a:r>
              <a:rPr lang="ja-JP" altLang="en-US">
                <a:latin typeface="Meiryo" panose="020B0604030504040204" pitchFamily="34" charset="-128"/>
                <a:ea typeface="Meiryo" panose="020B0604030504040204" pitchFamily="34" charset="-128"/>
              </a:rPr>
              <a:t>確認する。</a:t>
            </a:r>
            <a:endParaRPr kumimoji="1" lang="ja-JP" altLang="en-US">
              <a:latin typeface="Meiryo" panose="020B0604030504040204" pitchFamily="34" charset="-128"/>
              <a:ea typeface="Meiryo" panose="020B0604030504040204" pitchFamily="34" charset="-128"/>
            </a:endParaRPr>
          </a:p>
        </p:txBody>
      </p:sp>
      <p:sp>
        <p:nvSpPr>
          <p:cNvPr id="12" name="角丸四角形 11">
            <a:extLst>
              <a:ext uri="{FF2B5EF4-FFF2-40B4-BE49-F238E27FC236}">
                <a16:creationId xmlns:a16="http://schemas.microsoft.com/office/drawing/2014/main" id="{E0FB5D78-1CD6-BD2F-7F51-AB5531744DCF}"/>
              </a:ext>
            </a:extLst>
          </p:cNvPr>
          <p:cNvSpPr/>
          <p:nvPr/>
        </p:nvSpPr>
        <p:spPr>
          <a:xfrm>
            <a:off x="4876131" y="3109119"/>
            <a:ext cx="3668209" cy="365125"/>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9B6ECF96-EE5F-063C-348C-0BF0C0D50751}"/>
              </a:ext>
            </a:extLst>
          </p:cNvPr>
          <p:cNvSpPr txBox="1"/>
          <p:nvPr/>
        </p:nvSpPr>
        <p:spPr>
          <a:xfrm>
            <a:off x="9426183" y="2646919"/>
            <a:ext cx="2169184" cy="1277273"/>
          </a:xfrm>
          <a:prstGeom prst="rect">
            <a:avLst/>
          </a:prstGeom>
          <a:noFill/>
        </p:spPr>
        <p:txBody>
          <a:bodyPr wrap="none" rtlCol="0">
            <a:spAutoFit/>
          </a:bodyPr>
          <a:lstStyle/>
          <a:p>
            <a:pPr algn="l">
              <a:spcAft>
                <a:spcPts val="600"/>
              </a:spcAft>
            </a:pPr>
            <a:r>
              <a:rPr kumimoji="1" lang="ja-JP" altLang="en-US" b="1">
                <a:latin typeface="Meiryo" panose="020B0604030504040204" pitchFamily="34" charset="-128"/>
                <a:ea typeface="Meiryo" panose="020B0604030504040204" pitchFamily="34" charset="-128"/>
              </a:rPr>
              <a:t>マージ元（</a:t>
            </a:r>
            <a:r>
              <a:rPr kumimoji="1" lang="en-US" altLang="ja-JP" b="1" dirty="0">
                <a:latin typeface="Meiryo" panose="020B0604030504040204" pitchFamily="34" charset="-128"/>
                <a:ea typeface="Meiryo" panose="020B0604030504040204" pitchFamily="34" charset="-128"/>
              </a:rPr>
              <a:t>head</a:t>
            </a:r>
            <a:r>
              <a:rPr kumimoji="1" lang="ja-JP" altLang="en-US" b="1">
                <a:latin typeface="Meiryo" panose="020B0604030504040204" pitchFamily="34" charset="-128"/>
                <a:ea typeface="Meiryo" panose="020B0604030504040204" pitchFamily="34" charset="-128"/>
              </a:rPr>
              <a:t>）</a:t>
            </a:r>
            <a:endParaRPr kumimoji="1" lang="en-US" altLang="ja-JP" b="1" dirty="0">
              <a:latin typeface="Meiryo" panose="020B0604030504040204" pitchFamily="34" charset="-128"/>
              <a:ea typeface="Meiryo" panose="020B0604030504040204" pitchFamily="34" charset="-128"/>
            </a:endParaRPr>
          </a:p>
          <a:p>
            <a:pPr algn="l"/>
            <a:r>
              <a:rPr kumimoji="1" lang="ja-JP" altLang="en-US">
                <a:latin typeface="Meiryo" panose="020B0604030504040204" pitchFamily="34" charset="-128"/>
                <a:ea typeface="Meiryo" panose="020B0604030504040204" pitchFamily="34" charset="-128"/>
              </a:rPr>
              <a:t>リポジトリ名と</a:t>
            </a:r>
            <a:endParaRPr kumimoji="1" lang="en-US" altLang="ja-JP" dirty="0">
              <a:latin typeface="Meiryo" panose="020B0604030504040204" pitchFamily="34" charset="-128"/>
              <a:ea typeface="Meiryo" panose="020B0604030504040204" pitchFamily="34" charset="-128"/>
            </a:endParaRPr>
          </a:p>
          <a:p>
            <a:pPr algn="l"/>
            <a:r>
              <a:rPr lang="ja-JP" altLang="en-US">
                <a:latin typeface="Meiryo" panose="020B0604030504040204" pitchFamily="34" charset="-128"/>
                <a:ea typeface="Meiryo" panose="020B0604030504040204" pitchFamily="34" charset="-128"/>
              </a:rPr>
              <a:t>ブランチ名を</a:t>
            </a:r>
            <a:endParaRPr lang="en-US" altLang="ja-JP" dirty="0">
              <a:latin typeface="Meiryo" panose="020B0604030504040204" pitchFamily="34" charset="-128"/>
              <a:ea typeface="Meiryo" panose="020B0604030504040204" pitchFamily="34" charset="-128"/>
            </a:endParaRPr>
          </a:p>
          <a:p>
            <a:pPr algn="l"/>
            <a:r>
              <a:rPr lang="ja-JP" altLang="en-US">
                <a:latin typeface="Meiryo" panose="020B0604030504040204" pitchFamily="34" charset="-128"/>
                <a:ea typeface="Meiryo" panose="020B0604030504040204" pitchFamily="34" charset="-128"/>
              </a:rPr>
              <a:t>確認する。</a:t>
            </a:r>
            <a:endParaRPr kumimoji="1" lang="ja-JP" altLang="en-US">
              <a:latin typeface="Meiryo" panose="020B0604030504040204" pitchFamily="34" charset="-128"/>
              <a:ea typeface="Meiryo" panose="020B0604030504040204" pitchFamily="34" charset="-128"/>
            </a:endParaRPr>
          </a:p>
        </p:txBody>
      </p:sp>
      <p:sp>
        <p:nvSpPr>
          <p:cNvPr id="14" name="角丸四角形 13">
            <a:extLst>
              <a:ext uri="{FF2B5EF4-FFF2-40B4-BE49-F238E27FC236}">
                <a16:creationId xmlns:a16="http://schemas.microsoft.com/office/drawing/2014/main" id="{9EE92EDB-8C77-2564-7E85-B9C1213A8374}"/>
              </a:ext>
            </a:extLst>
          </p:cNvPr>
          <p:cNvSpPr/>
          <p:nvPr/>
        </p:nvSpPr>
        <p:spPr>
          <a:xfrm>
            <a:off x="1981201" y="5991225"/>
            <a:ext cx="8415288" cy="1403488"/>
          </a:xfrm>
          <a:prstGeom prst="roundRect">
            <a:avLst>
              <a:gd name="adj" fmla="val 4392"/>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12A4166B-8436-5407-D6F5-A271CA800BEF}"/>
              </a:ext>
            </a:extLst>
          </p:cNvPr>
          <p:cNvSpPr txBox="1"/>
          <p:nvPr/>
        </p:nvSpPr>
        <p:spPr>
          <a:xfrm>
            <a:off x="5817705" y="4990951"/>
            <a:ext cx="3185487" cy="1000274"/>
          </a:xfrm>
          <a:prstGeom prst="rect">
            <a:avLst/>
          </a:prstGeom>
          <a:noFill/>
        </p:spPr>
        <p:txBody>
          <a:bodyPr wrap="none" rtlCol="0">
            <a:spAutoFit/>
          </a:bodyPr>
          <a:lstStyle/>
          <a:p>
            <a:pPr algn="l">
              <a:spcAft>
                <a:spcPts val="600"/>
              </a:spcAft>
            </a:pPr>
            <a:r>
              <a:rPr kumimoji="1" lang="ja-JP" altLang="en-US" b="1">
                <a:latin typeface="Meiryo" panose="020B0604030504040204" pitchFamily="34" charset="-128"/>
                <a:ea typeface="Meiryo" panose="020B0604030504040204" pitchFamily="34" charset="-128"/>
              </a:rPr>
              <a:t>変更内容</a:t>
            </a:r>
            <a:endParaRPr kumimoji="1" lang="en-US" altLang="ja-JP" b="1" dirty="0">
              <a:latin typeface="Meiryo" panose="020B0604030504040204" pitchFamily="34" charset="-128"/>
              <a:ea typeface="Meiryo" panose="020B0604030504040204" pitchFamily="34" charset="-128"/>
            </a:endParaRPr>
          </a:p>
          <a:p>
            <a:pPr algn="l">
              <a:spcAft>
                <a:spcPts val="600"/>
              </a:spcAft>
            </a:pPr>
            <a:r>
              <a:rPr lang="ja-JP" altLang="en-US">
                <a:latin typeface="Meiryo" panose="020B0604030504040204" pitchFamily="34" charset="-128"/>
                <a:ea typeface="Meiryo" panose="020B0604030504040204" pitchFamily="34" charset="-128"/>
              </a:rPr>
              <a:t>意図した変更のみに</a:t>
            </a:r>
            <a:br>
              <a:rPr lang="en-US" altLang="ja-JP" dirty="0">
                <a:latin typeface="Meiryo" panose="020B0604030504040204" pitchFamily="34" charset="-128"/>
                <a:ea typeface="Meiryo" panose="020B0604030504040204" pitchFamily="34" charset="-128"/>
              </a:rPr>
            </a:br>
            <a:r>
              <a:rPr lang="ja-JP" altLang="en-US">
                <a:latin typeface="Meiryo" panose="020B0604030504040204" pitchFamily="34" charset="-128"/>
                <a:ea typeface="Meiryo" panose="020B0604030504040204" pitchFamily="34" charset="-128"/>
              </a:rPr>
              <a:t>なっていることを確認する。</a:t>
            </a:r>
            <a:endParaRPr kumimoji="1" lang="ja-JP" altLang="en-US">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929005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81C47-BBCC-E01B-4734-F99BF4EE088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71900FE-02E9-C5F6-0D8C-A596373D0383}"/>
              </a:ext>
            </a:extLst>
          </p:cNvPr>
          <p:cNvSpPr>
            <a:spLocks noGrp="1"/>
          </p:cNvSpPr>
          <p:nvPr>
            <p:ph type="title"/>
          </p:nvPr>
        </p:nvSpPr>
        <p:spPr/>
        <p:txBody>
          <a:bodyPr/>
          <a:lstStyle/>
          <a:p>
            <a:r>
              <a:rPr kumimoji="1" lang="ja-JP" altLang="en-US"/>
              <a:t>目次</a:t>
            </a:r>
          </a:p>
        </p:txBody>
      </p:sp>
      <p:sp>
        <p:nvSpPr>
          <p:cNvPr id="7" name="コンテンツ プレースホルダー 6">
            <a:extLst>
              <a:ext uri="{FF2B5EF4-FFF2-40B4-BE49-F238E27FC236}">
                <a16:creationId xmlns:a16="http://schemas.microsoft.com/office/drawing/2014/main" id="{F0E88D7B-AF8C-0FDE-1BD9-2DAEC12FA8A1}"/>
              </a:ext>
            </a:extLst>
          </p:cNvPr>
          <p:cNvSpPr>
            <a:spLocks noGrp="1"/>
          </p:cNvSpPr>
          <p:nvPr>
            <p:ph sz="half" idx="1"/>
          </p:nvPr>
        </p:nvSpPr>
        <p:spPr>
          <a:xfrm>
            <a:off x="838200" y="1825626"/>
            <a:ext cx="5181600" cy="3181272"/>
          </a:xfrm>
        </p:spPr>
        <p:txBody>
          <a:bodyPr>
            <a:normAutofit fontScale="85000" lnSpcReduction="10000"/>
          </a:bodyPr>
          <a:lstStyle/>
          <a:p>
            <a:pPr marL="742950" indent="-742950">
              <a:lnSpc>
                <a:spcPct val="110000"/>
              </a:lnSpc>
              <a:buFont typeface="+mj-lt"/>
              <a:buAutoNum type="arabicPeriod"/>
            </a:pPr>
            <a:r>
              <a:rPr lang="en" altLang="ja-JP" dirty="0"/>
              <a:t>OSS </a:t>
            </a:r>
            <a:r>
              <a:rPr lang="ja-JP" altLang="en-US"/>
              <a:t>開発とは</a:t>
            </a:r>
          </a:p>
          <a:p>
            <a:pPr marL="742950" indent="-742950">
              <a:lnSpc>
                <a:spcPct val="110000"/>
              </a:lnSpc>
              <a:buFont typeface="+mj-lt"/>
              <a:buAutoNum type="arabicPeriod"/>
            </a:pPr>
            <a:r>
              <a:rPr lang="ja-JP" altLang="en-US"/>
              <a:t>開発の流れ</a:t>
            </a:r>
          </a:p>
          <a:p>
            <a:pPr marL="742950" indent="-742950">
              <a:lnSpc>
                <a:spcPct val="110000"/>
              </a:lnSpc>
              <a:buFont typeface="+mj-lt"/>
              <a:buAutoNum type="arabicPeriod"/>
            </a:pPr>
            <a:r>
              <a:rPr lang="ja-JP" altLang="en-US"/>
              <a:t>プロジェクトの見方</a:t>
            </a:r>
          </a:p>
          <a:p>
            <a:pPr marL="742950" indent="-742950">
              <a:lnSpc>
                <a:spcPct val="110000"/>
              </a:lnSpc>
              <a:buFont typeface="+mj-lt"/>
              <a:buAutoNum type="arabicPeriod"/>
            </a:pPr>
            <a:r>
              <a:rPr lang="en" altLang="ja-JP" dirty="0"/>
              <a:t>Code of Conduct</a:t>
            </a:r>
          </a:p>
        </p:txBody>
      </p:sp>
      <p:sp>
        <p:nvSpPr>
          <p:cNvPr id="4" name="コンテンツ プレースホルダー 3">
            <a:extLst>
              <a:ext uri="{FF2B5EF4-FFF2-40B4-BE49-F238E27FC236}">
                <a16:creationId xmlns:a16="http://schemas.microsoft.com/office/drawing/2014/main" id="{AABDCA4B-AFC3-AD8C-A040-7808270EA22B}"/>
              </a:ext>
            </a:extLst>
          </p:cNvPr>
          <p:cNvSpPr>
            <a:spLocks noGrp="1"/>
          </p:cNvSpPr>
          <p:nvPr>
            <p:ph sz="half" idx="2"/>
          </p:nvPr>
        </p:nvSpPr>
        <p:spPr>
          <a:xfrm>
            <a:off x="6172199" y="1825625"/>
            <a:ext cx="5268951" cy="3861497"/>
          </a:xfrm>
        </p:spPr>
        <p:txBody>
          <a:bodyPr>
            <a:normAutofit fontScale="85000" lnSpcReduction="10000"/>
          </a:bodyPr>
          <a:lstStyle/>
          <a:p>
            <a:pPr marL="742950" indent="-742950">
              <a:lnSpc>
                <a:spcPct val="110000"/>
              </a:lnSpc>
              <a:buFont typeface="+mj-lt"/>
              <a:buAutoNum type="arabicPeriod" startAt="5"/>
            </a:pPr>
            <a:r>
              <a:rPr lang="en" altLang="ja-JP" dirty="0">
                <a:latin typeface="Meiryo"/>
              </a:rPr>
              <a:t>Issue </a:t>
            </a:r>
            <a:r>
              <a:rPr lang="ja-JP" altLang="en-US">
                <a:latin typeface="Meiryo"/>
              </a:rPr>
              <a:t>の選び方　</a:t>
            </a:r>
            <a:endParaRPr lang="en-US" altLang="ja-JP" dirty="0">
              <a:latin typeface="Meiryo"/>
            </a:endParaRPr>
          </a:p>
          <a:p>
            <a:pPr marL="742950" indent="-742950">
              <a:lnSpc>
                <a:spcPct val="110000"/>
              </a:lnSpc>
              <a:buFont typeface="+mj-lt"/>
              <a:buAutoNum type="arabicPeriod" startAt="5"/>
            </a:pPr>
            <a:r>
              <a:rPr lang="en" altLang="ja-JP" dirty="0">
                <a:latin typeface="Meiryo"/>
              </a:rPr>
              <a:t>commit </a:t>
            </a:r>
            <a:r>
              <a:rPr lang="ja-JP" altLang="en-US">
                <a:latin typeface="Meiryo"/>
              </a:rPr>
              <a:t>と </a:t>
            </a:r>
            <a:r>
              <a:rPr lang="en" altLang="ja-JP" dirty="0">
                <a:latin typeface="Meiryo"/>
              </a:rPr>
              <a:t>PR</a:t>
            </a:r>
            <a:r>
              <a:rPr lang="ja-JP" altLang="en">
                <a:latin typeface="Meiryo"/>
              </a:rPr>
              <a:t>　</a:t>
            </a:r>
            <a:endParaRPr lang="en-US" altLang="ja-JP" dirty="0">
              <a:latin typeface="Meiryo"/>
            </a:endParaRPr>
          </a:p>
          <a:p>
            <a:pPr marL="742950" indent="-742950">
              <a:lnSpc>
                <a:spcPct val="110000"/>
              </a:lnSpc>
              <a:buFont typeface="+mj-lt"/>
              <a:buAutoNum type="arabicPeriod" startAt="5"/>
            </a:pPr>
            <a:r>
              <a:rPr lang="ja-JP" altLang="en-US">
                <a:latin typeface="Meiryo"/>
              </a:rPr>
              <a:t>レビューと </a:t>
            </a:r>
            <a:r>
              <a:rPr lang="en" altLang="ja-JP" dirty="0">
                <a:latin typeface="Meiryo"/>
              </a:rPr>
              <a:t>conflict</a:t>
            </a:r>
          </a:p>
          <a:p>
            <a:pPr marL="742950" indent="-742950">
              <a:lnSpc>
                <a:spcPct val="110000"/>
              </a:lnSpc>
              <a:buFont typeface="+mj-lt"/>
              <a:buAutoNum type="arabicPeriod" startAt="5"/>
            </a:pPr>
            <a:r>
              <a:rPr lang="en" altLang="ja-JP" dirty="0">
                <a:latin typeface="Meiryo"/>
              </a:rPr>
              <a:t>AI </a:t>
            </a:r>
            <a:r>
              <a:rPr lang="ja-JP" altLang="en-US">
                <a:latin typeface="Meiryo"/>
              </a:rPr>
              <a:t>の使い方</a:t>
            </a:r>
          </a:p>
        </p:txBody>
      </p:sp>
      <p:sp>
        <p:nvSpPr>
          <p:cNvPr id="5" name="日付プレースホルダー 4">
            <a:extLst>
              <a:ext uri="{FF2B5EF4-FFF2-40B4-BE49-F238E27FC236}">
                <a16:creationId xmlns:a16="http://schemas.microsoft.com/office/drawing/2014/main" id="{B28F310B-D391-18AA-0853-DC3D07A57110}"/>
              </a:ext>
            </a:extLst>
          </p:cNvPr>
          <p:cNvSpPr>
            <a:spLocks noGrp="1"/>
          </p:cNvSpPr>
          <p:nvPr>
            <p:ph type="dt" sz="half" idx="10"/>
          </p:nvPr>
        </p:nvSpPr>
        <p:spPr/>
        <p:txBody>
          <a:bodyPr/>
          <a:lstStyle/>
          <a:p>
            <a:r>
              <a:rPr kumimoji="1" lang="en-US" altLang="ja-JP"/>
              <a:t>2026/10/29</a:t>
            </a:r>
            <a:endParaRPr kumimoji="1" lang="ja-JP" altLang="en-US"/>
          </a:p>
        </p:txBody>
      </p:sp>
      <p:sp>
        <p:nvSpPr>
          <p:cNvPr id="6" name="スライド番号プレースホルダー 5">
            <a:extLst>
              <a:ext uri="{FF2B5EF4-FFF2-40B4-BE49-F238E27FC236}">
                <a16:creationId xmlns:a16="http://schemas.microsoft.com/office/drawing/2014/main" id="{BD7B098B-BE6E-FF75-761C-5B4DD49E857A}"/>
              </a:ext>
            </a:extLst>
          </p:cNvPr>
          <p:cNvSpPr>
            <a:spLocks noGrp="1"/>
          </p:cNvSpPr>
          <p:nvPr>
            <p:ph type="sldNum" sz="quarter" idx="12"/>
          </p:nvPr>
        </p:nvSpPr>
        <p:spPr/>
        <p:txBody>
          <a:bodyPr/>
          <a:lstStyle/>
          <a:p>
            <a:fld id="{74E5C2EA-A201-0F41-BE6C-96A0CC88D6B3}" type="slidenum">
              <a:rPr kumimoji="1" lang="ja-JP" altLang="en-US" smtClean="0"/>
              <a:t>33</a:t>
            </a:fld>
            <a:endParaRPr kumimoji="1" lang="ja-JP" altLang="en-US"/>
          </a:p>
        </p:txBody>
      </p:sp>
      <p:sp>
        <p:nvSpPr>
          <p:cNvPr id="3" name="正方形/長方形 2">
            <a:extLst>
              <a:ext uri="{FF2B5EF4-FFF2-40B4-BE49-F238E27FC236}">
                <a16:creationId xmlns:a16="http://schemas.microsoft.com/office/drawing/2014/main" id="{1C11CF23-CAE7-668E-B7DE-68BAAAC76CE1}"/>
              </a:ext>
            </a:extLst>
          </p:cNvPr>
          <p:cNvSpPr/>
          <p:nvPr/>
        </p:nvSpPr>
        <p:spPr>
          <a:xfrm>
            <a:off x="6096000" y="3869626"/>
            <a:ext cx="5333999" cy="910258"/>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Text Placeholder 2">
            <a:extLst>
              <a:ext uri="{FF2B5EF4-FFF2-40B4-BE49-F238E27FC236}">
                <a16:creationId xmlns:a16="http://schemas.microsoft.com/office/drawing/2014/main" id="{1EF11EAB-3278-AAD6-458B-A5A5F457BE02}"/>
              </a:ext>
            </a:extLst>
          </p:cNvPr>
          <p:cNvSpPr txBox="1">
            <a:spLocks/>
          </p:cNvSpPr>
          <p:nvPr/>
        </p:nvSpPr>
        <p:spPr>
          <a:xfrm>
            <a:off x="831850" y="4779885"/>
            <a:ext cx="10515600" cy="1309765"/>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4400" kern="1200">
                <a:solidFill>
                  <a:schemeClr val="tx1"/>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4000" kern="1200">
                <a:solidFill>
                  <a:schemeClr val="tx1"/>
                </a:solidFill>
                <a:latin typeface="Meiryo" panose="020B0604030504040204" pitchFamily="34" charset="-128"/>
                <a:ea typeface="Meiryo" panose="020B0604030504040204" pitchFamily="34"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3600" kern="1200">
                <a:solidFill>
                  <a:schemeClr val="tx1"/>
                </a:solidFill>
                <a:latin typeface="Meiryo" panose="020B0604030504040204" pitchFamily="34" charset="-128"/>
                <a:ea typeface="Meiryo" panose="020B0604030504040204" pitchFamily="34"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3200" kern="1200">
                <a:solidFill>
                  <a:schemeClr val="tx1"/>
                </a:solidFill>
                <a:latin typeface="Meiryo" panose="020B0604030504040204" pitchFamily="34" charset="-128"/>
                <a:ea typeface="Meiryo" panose="020B0604030504040204" pitchFamily="34"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2800" kern="1200">
                <a:solidFill>
                  <a:schemeClr val="tx1"/>
                </a:solidFill>
                <a:latin typeface="Meiryo" panose="020B0604030504040204" pitchFamily="34" charset="-128"/>
                <a:ea typeface="Meiryo"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400" dirty="0">
                <a:solidFill>
                  <a:schemeClr val="tx1">
                    <a:lumMod val="50000"/>
                    <a:lumOff val="50000"/>
                  </a:schemeClr>
                </a:solidFill>
                <a:latin typeface="Meiryo"/>
              </a:rPr>
              <a:t>PR</a:t>
            </a:r>
            <a:r>
              <a:rPr lang="ja-JP" altLang="en-US" sz="2400">
                <a:solidFill>
                  <a:schemeClr val="tx1">
                    <a:lumMod val="50000"/>
                    <a:lumOff val="50000"/>
                  </a:schemeClr>
                </a:solidFill>
                <a:latin typeface="Meiryo"/>
              </a:rPr>
              <a:t>を出してからが本番です。</a:t>
            </a:r>
          </a:p>
        </p:txBody>
      </p:sp>
      <p:sp>
        <p:nvSpPr>
          <p:cNvPr id="10" name="正方形/長方形 9">
            <a:extLst>
              <a:ext uri="{FF2B5EF4-FFF2-40B4-BE49-F238E27FC236}">
                <a16:creationId xmlns:a16="http://schemas.microsoft.com/office/drawing/2014/main" id="{EE6D5E02-C494-4881-A4C6-4AE6C678D756}"/>
              </a:ext>
            </a:extLst>
          </p:cNvPr>
          <p:cNvSpPr/>
          <p:nvPr/>
        </p:nvSpPr>
        <p:spPr>
          <a:xfrm>
            <a:off x="781050" y="1584363"/>
            <a:ext cx="5333999" cy="2928822"/>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0B9ACD45-3905-24CF-4B11-8A852E0FE887}"/>
              </a:ext>
            </a:extLst>
          </p:cNvPr>
          <p:cNvSpPr/>
          <p:nvPr/>
        </p:nvSpPr>
        <p:spPr>
          <a:xfrm>
            <a:off x="6057901" y="831173"/>
            <a:ext cx="5333999" cy="2369225"/>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32282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026607F1-B780-B2C4-D3BE-D36703D0634B}"/>
              </a:ext>
            </a:extLst>
          </p:cNvPr>
          <p:cNvSpPr>
            <a:spLocks noGrp="1"/>
          </p:cNvSpPr>
          <p:nvPr>
            <p:ph type="title"/>
          </p:nvPr>
        </p:nvSpPr>
        <p:spPr/>
        <p:txBody>
          <a:bodyPr/>
          <a:lstStyle/>
          <a:p>
            <a:r>
              <a:rPr lang="ja-JP" altLang="en-US"/>
              <a:t>レビューとは</a:t>
            </a:r>
          </a:p>
        </p:txBody>
      </p:sp>
      <p:sp>
        <p:nvSpPr>
          <p:cNvPr id="8" name="コンテンツ プレースホルダー 7">
            <a:extLst>
              <a:ext uri="{FF2B5EF4-FFF2-40B4-BE49-F238E27FC236}">
                <a16:creationId xmlns:a16="http://schemas.microsoft.com/office/drawing/2014/main" id="{7BE18509-D8E2-69E7-0C28-BD365FBD8BC3}"/>
              </a:ext>
            </a:extLst>
          </p:cNvPr>
          <p:cNvSpPr>
            <a:spLocks noGrp="1"/>
          </p:cNvSpPr>
          <p:nvPr>
            <p:ph idx="1"/>
          </p:nvPr>
        </p:nvSpPr>
        <p:spPr/>
        <p:txBody>
          <a:bodyPr>
            <a:normAutofit fontScale="62500" lnSpcReduction="20000"/>
          </a:bodyPr>
          <a:lstStyle/>
          <a:p>
            <a:pPr>
              <a:lnSpc>
                <a:spcPct val="120000"/>
              </a:lnSpc>
            </a:pPr>
            <a:r>
              <a:rPr lang="ja-JP" altLang="en-US"/>
              <a:t>他の人が変更を読んでコメントをくれること。</a:t>
            </a:r>
            <a:endParaRPr lang="en-US" altLang="ja-JP" dirty="0"/>
          </a:p>
          <a:p>
            <a:pPr lvl="1">
              <a:lnSpc>
                <a:spcPct val="120000"/>
              </a:lnSpc>
            </a:pPr>
            <a:r>
              <a:rPr lang="ja-JP" altLang="en-US"/>
              <a:t>品質を上げることが目的で、出した人を責める意図は一切ない。</a:t>
            </a:r>
            <a:endParaRPr lang="en-US" altLang="ja-JP" dirty="0"/>
          </a:p>
          <a:p>
            <a:pPr>
              <a:lnSpc>
                <a:spcPct val="120000"/>
              </a:lnSpc>
            </a:pPr>
            <a:r>
              <a:rPr lang="ja-JP" altLang="en-US"/>
              <a:t>指摘は、あなたの変更をよくするための協力であると意識しよう。</a:t>
            </a:r>
            <a:endParaRPr lang="en-US" altLang="ja-JP" dirty="0"/>
          </a:p>
          <a:p>
            <a:pPr lvl="1">
              <a:lnSpc>
                <a:spcPct val="120000"/>
              </a:lnSpc>
            </a:pPr>
            <a:r>
              <a:rPr lang="ja-JP" altLang="en-US"/>
              <a:t>返信には感謝を添えて。</a:t>
            </a:r>
            <a:endParaRPr lang="en-US" altLang="ja-JP" dirty="0"/>
          </a:p>
          <a:p>
            <a:pPr lvl="1">
              <a:lnSpc>
                <a:spcPct val="120000"/>
              </a:lnSpc>
            </a:pPr>
            <a:r>
              <a:rPr lang="ja-JP" altLang="en-US"/>
              <a:t>納得できない時は、理由を添えて質問しよう。</a:t>
            </a:r>
            <a:endParaRPr lang="en-US" altLang="ja-JP" dirty="0"/>
          </a:p>
          <a:p>
            <a:pPr>
              <a:lnSpc>
                <a:spcPct val="120000"/>
              </a:lnSpc>
            </a:pPr>
            <a:r>
              <a:rPr lang="ja-JP" altLang="en-US"/>
              <a:t>レビューのときも、コードの先に人がいることを意識しよう。</a:t>
            </a:r>
            <a:endParaRPr lang="en-US" altLang="ja-JP" dirty="0"/>
          </a:p>
          <a:p>
            <a:pPr lvl="1">
              <a:lnSpc>
                <a:spcPct val="120000"/>
              </a:lnSpc>
            </a:pPr>
            <a:r>
              <a:rPr lang="ja-JP" altLang="en-US"/>
              <a:t>コードや文章についてのみコメントしよう。</a:t>
            </a:r>
            <a:endParaRPr lang="en-US" altLang="ja-JP" dirty="0"/>
          </a:p>
          <a:p>
            <a:pPr lvl="1">
              <a:lnSpc>
                <a:spcPct val="120000"/>
              </a:lnSpc>
            </a:pPr>
            <a:r>
              <a:rPr lang="ja-JP" altLang="en-US"/>
              <a:t>決して人格や人種などに触れてはいけない。</a:t>
            </a:r>
          </a:p>
        </p:txBody>
      </p:sp>
      <p:sp>
        <p:nvSpPr>
          <p:cNvPr id="5" name="日付プレースホルダー 4">
            <a:extLst>
              <a:ext uri="{FF2B5EF4-FFF2-40B4-BE49-F238E27FC236}">
                <a16:creationId xmlns:a16="http://schemas.microsoft.com/office/drawing/2014/main" id="{3F27B8E6-472E-FBBB-A782-62ED50C75CED}"/>
              </a:ext>
            </a:extLst>
          </p:cNvPr>
          <p:cNvSpPr>
            <a:spLocks noGrp="1"/>
          </p:cNvSpPr>
          <p:nvPr>
            <p:ph type="dt" sz="half" idx="10"/>
          </p:nvPr>
        </p:nvSpPr>
        <p:spPr/>
        <p:txBody>
          <a:bodyPr/>
          <a:lstStyle/>
          <a:p>
            <a:r>
              <a:rPr kumimoji="1" lang="en-US" altLang="ja-JP"/>
              <a:t>2026/10/29</a:t>
            </a:r>
            <a:endParaRPr kumimoji="1" lang="ja-JP" altLang="en-US"/>
          </a:p>
        </p:txBody>
      </p:sp>
      <p:sp>
        <p:nvSpPr>
          <p:cNvPr id="6" name="スライド番号プレースホルダー 5">
            <a:extLst>
              <a:ext uri="{FF2B5EF4-FFF2-40B4-BE49-F238E27FC236}">
                <a16:creationId xmlns:a16="http://schemas.microsoft.com/office/drawing/2014/main" id="{90B29E2C-13D4-59AD-FCEB-1789833E6D18}"/>
              </a:ext>
            </a:extLst>
          </p:cNvPr>
          <p:cNvSpPr>
            <a:spLocks noGrp="1"/>
          </p:cNvSpPr>
          <p:nvPr>
            <p:ph type="sldNum" sz="quarter" idx="12"/>
          </p:nvPr>
        </p:nvSpPr>
        <p:spPr/>
        <p:txBody>
          <a:bodyPr/>
          <a:lstStyle/>
          <a:p>
            <a:fld id="{74E5C2EA-A201-0F41-BE6C-96A0CC88D6B3}" type="slidenum">
              <a:rPr kumimoji="1" lang="ja-JP" altLang="en-US" smtClean="0"/>
              <a:t>34</a:t>
            </a:fld>
            <a:endParaRPr kumimoji="1" lang="ja-JP" altLang="en-US"/>
          </a:p>
        </p:txBody>
      </p:sp>
    </p:spTree>
    <p:extLst>
      <p:ext uri="{BB962C8B-B14F-4D97-AF65-F5344CB8AC3E}">
        <p14:creationId xmlns:p14="http://schemas.microsoft.com/office/powerpoint/2010/main" val="3244776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5B46CDB-10B2-BDA3-DAF1-5ADBAF696B6D}"/>
              </a:ext>
            </a:extLst>
          </p:cNvPr>
          <p:cNvSpPr>
            <a:spLocks noGrp="1"/>
          </p:cNvSpPr>
          <p:nvPr>
            <p:ph type="title"/>
          </p:nvPr>
        </p:nvSpPr>
        <p:spPr/>
        <p:txBody>
          <a:bodyPr/>
          <a:lstStyle/>
          <a:p>
            <a:r>
              <a:rPr kumimoji="1" lang="ja-JP" altLang="en-US"/>
              <a:t>指摘への対応</a:t>
            </a:r>
          </a:p>
        </p:txBody>
      </p:sp>
      <p:sp>
        <p:nvSpPr>
          <p:cNvPr id="3" name="コンテンツ プレースホルダー 2">
            <a:extLst>
              <a:ext uri="{FF2B5EF4-FFF2-40B4-BE49-F238E27FC236}">
                <a16:creationId xmlns:a16="http://schemas.microsoft.com/office/drawing/2014/main" id="{DBBA0961-6342-A7FA-D212-1BE106F6B818}"/>
              </a:ext>
            </a:extLst>
          </p:cNvPr>
          <p:cNvSpPr>
            <a:spLocks noGrp="1"/>
          </p:cNvSpPr>
          <p:nvPr>
            <p:ph idx="1"/>
          </p:nvPr>
        </p:nvSpPr>
        <p:spPr/>
        <p:txBody>
          <a:bodyPr>
            <a:normAutofit fontScale="85000" lnSpcReduction="10000"/>
          </a:bodyPr>
          <a:lstStyle/>
          <a:p>
            <a:pPr>
              <a:lnSpc>
                <a:spcPct val="120000"/>
              </a:lnSpc>
            </a:pPr>
            <a:r>
              <a:rPr kumimoji="1" lang="en-US" altLang="ja-JP" dirty="0"/>
              <a:t>PR</a:t>
            </a:r>
            <a:r>
              <a:rPr kumimoji="1" lang="ja-JP" altLang="en-US"/>
              <a:t>を閉じて作り直す必要はない。</a:t>
            </a:r>
            <a:endParaRPr kumimoji="1" lang="en-US" altLang="ja-JP" dirty="0"/>
          </a:p>
          <a:p>
            <a:pPr>
              <a:lnSpc>
                <a:spcPct val="120000"/>
              </a:lnSpc>
            </a:pPr>
            <a:r>
              <a:rPr lang="ja-JP" altLang="en-US"/>
              <a:t>同じブランチに</a:t>
            </a:r>
            <a:r>
              <a:rPr lang="en-US" altLang="ja-JP" dirty="0"/>
              <a:t>push</a:t>
            </a:r>
            <a:r>
              <a:rPr lang="ja-JP" altLang="en-US"/>
              <a:t>すれば、</a:t>
            </a:r>
            <a:r>
              <a:rPr lang="en-US" altLang="ja-JP" dirty="0"/>
              <a:t>PR</a:t>
            </a:r>
            <a:r>
              <a:rPr lang="ja-JP" altLang="en-US"/>
              <a:t>が自動的に更新される。</a:t>
            </a:r>
            <a:endParaRPr lang="en-US" altLang="ja-JP" dirty="0"/>
          </a:p>
          <a:p>
            <a:pPr>
              <a:lnSpc>
                <a:spcPct val="120000"/>
              </a:lnSpc>
            </a:pPr>
            <a:r>
              <a:rPr kumimoji="1" lang="ja-JP" altLang="en-US"/>
              <a:t>修正したら、コメントで修正した旨を伝えましょう。</a:t>
            </a:r>
            <a:endParaRPr kumimoji="1" lang="en-US" altLang="ja-JP" dirty="0"/>
          </a:p>
          <a:p>
            <a:pPr>
              <a:lnSpc>
                <a:spcPct val="120000"/>
              </a:lnSpc>
            </a:pPr>
            <a:r>
              <a:rPr lang="en-US" altLang="ja-JP" dirty="0"/>
              <a:t>CI</a:t>
            </a:r>
            <a:r>
              <a:rPr lang="ja-JP" altLang="en-US"/>
              <a:t>が失敗したら、ログを読んで原因を探そう。</a:t>
            </a:r>
            <a:endParaRPr kumimoji="1" lang="ja-JP" altLang="en-US"/>
          </a:p>
        </p:txBody>
      </p:sp>
      <p:sp>
        <p:nvSpPr>
          <p:cNvPr id="4" name="日付プレースホルダー 3">
            <a:extLst>
              <a:ext uri="{FF2B5EF4-FFF2-40B4-BE49-F238E27FC236}">
                <a16:creationId xmlns:a16="http://schemas.microsoft.com/office/drawing/2014/main" id="{7AE1A6F6-E660-D400-FB27-477E7778B685}"/>
              </a:ext>
            </a:extLst>
          </p:cNvPr>
          <p:cNvSpPr>
            <a:spLocks noGrp="1"/>
          </p:cNvSpPr>
          <p:nvPr>
            <p:ph type="dt" sz="half" idx="10"/>
          </p:nvPr>
        </p:nvSpPr>
        <p:spPr/>
        <p:txBody>
          <a:bodyPr/>
          <a:lstStyle/>
          <a:p>
            <a:r>
              <a:rPr kumimoji="1" lang="en-US" altLang="ja-JP"/>
              <a:t>2026/10/29</a:t>
            </a:r>
            <a:endParaRPr kumimoji="1" lang="ja-JP" altLang="en-US"/>
          </a:p>
        </p:txBody>
      </p:sp>
      <p:sp>
        <p:nvSpPr>
          <p:cNvPr id="5" name="スライド番号プレースホルダー 4">
            <a:extLst>
              <a:ext uri="{FF2B5EF4-FFF2-40B4-BE49-F238E27FC236}">
                <a16:creationId xmlns:a16="http://schemas.microsoft.com/office/drawing/2014/main" id="{7FEA5E95-CA3E-0503-0391-85A88A888876}"/>
              </a:ext>
            </a:extLst>
          </p:cNvPr>
          <p:cNvSpPr>
            <a:spLocks noGrp="1"/>
          </p:cNvSpPr>
          <p:nvPr>
            <p:ph type="sldNum" sz="quarter" idx="12"/>
          </p:nvPr>
        </p:nvSpPr>
        <p:spPr/>
        <p:txBody>
          <a:bodyPr/>
          <a:lstStyle/>
          <a:p>
            <a:fld id="{74E5C2EA-A201-0F41-BE6C-96A0CC88D6B3}" type="slidenum">
              <a:rPr kumimoji="1" lang="ja-JP" altLang="en-US" smtClean="0"/>
              <a:t>35</a:t>
            </a:fld>
            <a:endParaRPr kumimoji="1" lang="ja-JP" altLang="en-US"/>
          </a:p>
        </p:txBody>
      </p:sp>
    </p:spTree>
    <p:extLst>
      <p:ext uri="{BB962C8B-B14F-4D97-AF65-F5344CB8AC3E}">
        <p14:creationId xmlns:p14="http://schemas.microsoft.com/office/powerpoint/2010/main" val="980623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19CC346-3B22-3D61-35A6-1FD97E7C5AC0}"/>
              </a:ext>
            </a:extLst>
          </p:cNvPr>
          <p:cNvSpPr>
            <a:spLocks noGrp="1"/>
          </p:cNvSpPr>
          <p:nvPr>
            <p:ph type="title"/>
          </p:nvPr>
        </p:nvSpPr>
        <p:spPr>
          <a:xfrm>
            <a:off x="838199" y="365125"/>
            <a:ext cx="11015133" cy="1325563"/>
          </a:xfrm>
        </p:spPr>
        <p:txBody>
          <a:bodyPr/>
          <a:lstStyle/>
          <a:p>
            <a:r>
              <a:rPr kumimoji="1" lang="en-US" altLang="ja-JP" dirty="0"/>
              <a:t>Conflict</a:t>
            </a:r>
            <a:r>
              <a:rPr kumimoji="1" lang="ja-JP" altLang="en-US"/>
              <a:t>（衝突）が起きたら</a:t>
            </a:r>
          </a:p>
        </p:txBody>
      </p:sp>
      <p:sp>
        <p:nvSpPr>
          <p:cNvPr id="6" name="コンテンツ プレースホルダー 5">
            <a:extLst>
              <a:ext uri="{FF2B5EF4-FFF2-40B4-BE49-F238E27FC236}">
                <a16:creationId xmlns:a16="http://schemas.microsoft.com/office/drawing/2014/main" id="{147BC874-39E1-372F-F495-8EFCE177584D}"/>
              </a:ext>
            </a:extLst>
          </p:cNvPr>
          <p:cNvSpPr>
            <a:spLocks noGrp="1"/>
          </p:cNvSpPr>
          <p:nvPr>
            <p:ph sz="half" idx="1"/>
          </p:nvPr>
        </p:nvSpPr>
        <p:spPr/>
        <p:txBody>
          <a:bodyPr>
            <a:normAutofit fontScale="70000" lnSpcReduction="20000"/>
          </a:bodyPr>
          <a:lstStyle/>
          <a:p>
            <a:pPr>
              <a:lnSpc>
                <a:spcPct val="120000"/>
              </a:lnSpc>
            </a:pPr>
            <a:r>
              <a:rPr lang="ja-JP" altLang="en-US"/>
              <a:t>起きる理由</a:t>
            </a:r>
          </a:p>
          <a:p>
            <a:pPr lvl="1">
              <a:lnSpc>
                <a:spcPct val="120000"/>
              </a:lnSpc>
            </a:pPr>
            <a:r>
              <a:rPr lang="ja-JP" altLang="en-US"/>
              <a:t>同じ箇所を、別々の </a:t>
            </a:r>
            <a:r>
              <a:rPr lang="en" altLang="ja-JP" dirty="0"/>
              <a:t>PR </a:t>
            </a:r>
            <a:r>
              <a:rPr lang="ja-JP" altLang="en-US"/>
              <a:t>が変更すると起きる。</a:t>
            </a:r>
          </a:p>
          <a:p>
            <a:pPr lvl="1">
              <a:lnSpc>
                <a:spcPct val="120000"/>
              </a:lnSpc>
            </a:pPr>
            <a:r>
              <a:rPr lang="ja-JP" altLang="en-US"/>
              <a:t>先にマージされた </a:t>
            </a:r>
            <a:r>
              <a:rPr lang="en" altLang="ja-JP" dirty="0"/>
              <a:t>PR </a:t>
            </a:r>
            <a:r>
              <a:rPr lang="ja-JP" altLang="en-US"/>
              <a:t>が優先される。後から出した人が解消する。</a:t>
            </a:r>
          </a:p>
          <a:p>
            <a:pPr lvl="1">
              <a:lnSpc>
                <a:spcPct val="120000"/>
              </a:lnSpc>
            </a:pPr>
            <a:r>
              <a:rPr lang="en" altLang="ja-JP" dirty="0"/>
              <a:t>PR </a:t>
            </a:r>
            <a:r>
              <a:rPr lang="ja-JP" altLang="en-US"/>
              <a:t>に「</a:t>
            </a:r>
            <a:r>
              <a:rPr lang="en" altLang="ja-JP" dirty="0"/>
              <a:t>This branch has conflicts</a:t>
            </a:r>
            <a:r>
              <a:rPr lang="ja-JP" altLang="en"/>
              <a:t>」</a:t>
            </a:r>
            <a:r>
              <a:rPr lang="ja-JP" altLang="en-US"/>
              <a:t>と表示される。</a:t>
            </a:r>
          </a:p>
        </p:txBody>
      </p:sp>
      <p:sp>
        <p:nvSpPr>
          <p:cNvPr id="7" name="コンテンツ プレースホルダー 6">
            <a:extLst>
              <a:ext uri="{FF2B5EF4-FFF2-40B4-BE49-F238E27FC236}">
                <a16:creationId xmlns:a16="http://schemas.microsoft.com/office/drawing/2014/main" id="{840955B7-EE9F-3C60-DCA3-B5D0001DDFD4}"/>
              </a:ext>
            </a:extLst>
          </p:cNvPr>
          <p:cNvSpPr>
            <a:spLocks noGrp="1"/>
          </p:cNvSpPr>
          <p:nvPr>
            <p:ph sz="half" idx="2"/>
          </p:nvPr>
        </p:nvSpPr>
        <p:spPr/>
        <p:txBody>
          <a:bodyPr>
            <a:normAutofit fontScale="70000" lnSpcReduction="20000"/>
          </a:bodyPr>
          <a:lstStyle/>
          <a:p>
            <a:pPr>
              <a:lnSpc>
                <a:spcPct val="120000"/>
              </a:lnSpc>
            </a:pPr>
            <a:r>
              <a:rPr lang="ja-JP" altLang="en-US"/>
              <a:t>直し方</a:t>
            </a:r>
          </a:p>
          <a:p>
            <a:pPr lvl="1">
              <a:lnSpc>
                <a:spcPct val="120000"/>
              </a:lnSpc>
            </a:pPr>
            <a:r>
              <a:rPr lang="ja-JP" altLang="en-US"/>
              <a:t>最新の </a:t>
            </a:r>
            <a:r>
              <a:rPr lang="en" altLang="ja-JP" dirty="0"/>
              <a:t>main </a:t>
            </a:r>
            <a:r>
              <a:rPr lang="ja-JP" altLang="en-US"/>
              <a:t>を取り込む。</a:t>
            </a:r>
          </a:p>
          <a:p>
            <a:pPr lvl="1">
              <a:lnSpc>
                <a:spcPct val="120000"/>
              </a:lnSpc>
            </a:pPr>
            <a:r>
              <a:rPr lang="ja-JP" altLang="en-US"/>
              <a:t>衝突した箇所を直す。</a:t>
            </a:r>
          </a:p>
          <a:p>
            <a:pPr lvl="1">
              <a:lnSpc>
                <a:spcPct val="120000"/>
              </a:lnSpc>
            </a:pPr>
            <a:r>
              <a:rPr lang="en" altLang="ja-JP" dirty="0"/>
              <a:t>commit </a:t>
            </a:r>
            <a:r>
              <a:rPr lang="ja-JP" altLang="en-US"/>
              <a:t>して </a:t>
            </a:r>
            <a:r>
              <a:rPr lang="en" altLang="ja-JP" dirty="0"/>
              <a:t>push </a:t>
            </a:r>
            <a:r>
              <a:rPr lang="ja-JP" altLang="en-US"/>
              <a:t>する。</a:t>
            </a:r>
          </a:p>
          <a:p>
            <a:pPr>
              <a:lnSpc>
                <a:spcPct val="120000"/>
              </a:lnSpc>
            </a:pPr>
            <a:r>
              <a:rPr lang="ja-JP" altLang="en-US"/>
              <a:t>コンフリクトはよくある。</a:t>
            </a:r>
            <a:endParaRPr lang="en-US" altLang="ja-JP" dirty="0"/>
          </a:p>
          <a:p>
            <a:pPr lvl="1">
              <a:lnSpc>
                <a:spcPct val="120000"/>
              </a:lnSpc>
            </a:pPr>
            <a:r>
              <a:rPr lang="ja-JP" altLang="en-US"/>
              <a:t>分からなければ、相談しよう。</a:t>
            </a:r>
          </a:p>
        </p:txBody>
      </p:sp>
      <p:sp>
        <p:nvSpPr>
          <p:cNvPr id="4" name="日付プレースホルダー 3">
            <a:extLst>
              <a:ext uri="{FF2B5EF4-FFF2-40B4-BE49-F238E27FC236}">
                <a16:creationId xmlns:a16="http://schemas.microsoft.com/office/drawing/2014/main" id="{A4C7E5D3-F85F-245B-CDE7-7B44C7CDED6A}"/>
              </a:ext>
            </a:extLst>
          </p:cNvPr>
          <p:cNvSpPr>
            <a:spLocks noGrp="1"/>
          </p:cNvSpPr>
          <p:nvPr>
            <p:ph type="dt" sz="half" idx="10"/>
          </p:nvPr>
        </p:nvSpPr>
        <p:spPr/>
        <p:txBody>
          <a:bodyPr/>
          <a:lstStyle/>
          <a:p>
            <a:r>
              <a:rPr kumimoji="1" lang="en-US" altLang="ja-JP"/>
              <a:t>2026/10/29</a:t>
            </a:r>
            <a:endParaRPr kumimoji="1" lang="ja-JP" altLang="en-US"/>
          </a:p>
        </p:txBody>
      </p:sp>
      <p:sp>
        <p:nvSpPr>
          <p:cNvPr id="5" name="スライド番号プレースホルダー 4">
            <a:extLst>
              <a:ext uri="{FF2B5EF4-FFF2-40B4-BE49-F238E27FC236}">
                <a16:creationId xmlns:a16="http://schemas.microsoft.com/office/drawing/2014/main" id="{C21624DC-0AB4-ECF1-4E34-ADF992050A0D}"/>
              </a:ext>
            </a:extLst>
          </p:cNvPr>
          <p:cNvSpPr>
            <a:spLocks noGrp="1"/>
          </p:cNvSpPr>
          <p:nvPr>
            <p:ph type="sldNum" sz="quarter" idx="12"/>
          </p:nvPr>
        </p:nvSpPr>
        <p:spPr/>
        <p:txBody>
          <a:bodyPr/>
          <a:lstStyle/>
          <a:p>
            <a:fld id="{74E5C2EA-A201-0F41-BE6C-96A0CC88D6B3}" type="slidenum">
              <a:rPr kumimoji="1" lang="ja-JP" altLang="en-US" smtClean="0"/>
              <a:t>36</a:t>
            </a:fld>
            <a:endParaRPr kumimoji="1" lang="ja-JP" altLang="en-US"/>
          </a:p>
        </p:txBody>
      </p:sp>
    </p:spTree>
    <p:extLst>
      <p:ext uri="{BB962C8B-B14F-4D97-AF65-F5344CB8AC3E}">
        <p14:creationId xmlns:p14="http://schemas.microsoft.com/office/powerpoint/2010/main" val="3843742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250E3-3A3A-FFCF-1D15-3C5FB526888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0AB111B-2DF2-D10D-C1AE-0E899702A7BA}"/>
              </a:ext>
            </a:extLst>
          </p:cNvPr>
          <p:cNvSpPr>
            <a:spLocks noGrp="1"/>
          </p:cNvSpPr>
          <p:nvPr>
            <p:ph type="title"/>
          </p:nvPr>
        </p:nvSpPr>
        <p:spPr/>
        <p:txBody>
          <a:bodyPr/>
          <a:lstStyle/>
          <a:p>
            <a:r>
              <a:rPr kumimoji="1" lang="ja-JP" altLang="en-US"/>
              <a:t>目次</a:t>
            </a:r>
          </a:p>
        </p:txBody>
      </p:sp>
      <p:sp>
        <p:nvSpPr>
          <p:cNvPr id="7" name="コンテンツ プレースホルダー 6">
            <a:extLst>
              <a:ext uri="{FF2B5EF4-FFF2-40B4-BE49-F238E27FC236}">
                <a16:creationId xmlns:a16="http://schemas.microsoft.com/office/drawing/2014/main" id="{FB72731C-36D3-8A07-4491-DC945FDC3907}"/>
              </a:ext>
            </a:extLst>
          </p:cNvPr>
          <p:cNvSpPr>
            <a:spLocks noGrp="1"/>
          </p:cNvSpPr>
          <p:nvPr>
            <p:ph sz="half" idx="1"/>
          </p:nvPr>
        </p:nvSpPr>
        <p:spPr>
          <a:xfrm>
            <a:off x="838200" y="1825626"/>
            <a:ext cx="5181600" cy="3181272"/>
          </a:xfrm>
        </p:spPr>
        <p:txBody>
          <a:bodyPr>
            <a:normAutofit fontScale="85000" lnSpcReduction="10000"/>
          </a:bodyPr>
          <a:lstStyle/>
          <a:p>
            <a:pPr marL="742950" indent="-742950">
              <a:lnSpc>
                <a:spcPct val="110000"/>
              </a:lnSpc>
              <a:buFont typeface="+mj-lt"/>
              <a:buAutoNum type="arabicPeriod"/>
            </a:pPr>
            <a:r>
              <a:rPr lang="en" altLang="ja-JP" dirty="0"/>
              <a:t>OSS </a:t>
            </a:r>
            <a:r>
              <a:rPr lang="ja-JP" altLang="en-US"/>
              <a:t>開発とは</a:t>
            </a:r>
          </a:p>
          <a:p>
            <a:pPr marL="742950" indent="-742950">
              <a:lnSpc>
                <a:spcPct val="110000"/>
              </a:lnSpc>
              <a:buFont typeface="+mj-lt"/>
              <a:buAutoNum type="arabicPeriod"/>
            </a:pPr>
            <a:r>
              <a:rPr lang="ja-JP" altLang="en-US"/>
              <a:t>開発の流れ</a:t>
            </a:r>
          </a:p>
          <a:p>
            <a:pPr marL="742950" indent="-742950">
              <a:lnSpc>
                <a:spcPct val="110000"/>
              </a:lnSpc>
              <a:buFont typeface="+mj-lt"/>
              <a:buAutoNum type="arabicPeriod"/>
            </a:pPr>
            <a:r>
              <a:rPr lang="ja-JP" altLang="en-US"/>
              <a:t>プロジェクトの見方</a:t>
            </a:r>
          </a:p>
          <a:p>
            <a:pPr marL="742950" indent="-742950">
              <a:lnSpc>
                <a:spcPct val="110000"/>
              </a:lnSpc>
              <a:buFont typeface="+mj-lt"/>
              <a:buAutoNum type="arabicPeriod"/>
            </a:pPr>
            <a:r>
              <a:rPr lang="en" altLang="ja-JP" dirty="0"/>
              <a:t>Code of Conduct</a:t>
            </a:r>
          </a:p>
        </p:txBody>
      </p:sp>
      <p:sp>
        <p:nvSpPr>
          <p:cNvPr id="4" name="コンテンツ プレースホルダー 3">
            <a:extLst>
              <a:ext uri="{FF2B5EF4-FFF2-40B4-BE49-F238E27FC236}">
                <a16:creationId xmlns:a16="http://schemas.microsoft.com/office/drawing/2014/main" id="{32762CE2-7688-D020-BA91-D275331DD6C6}"/>
              </a:ext>
            </a:extLst>
          </p:cNvPr>
          <p:cNvSpPr>
            <a:spLocks noGrp="1"/>
          </p:cNvSpPr>
          <p:nvPr>
            <p:ph sz="half" idx="2"/>
          </p:nvPr>
        </p:nvSpPr>
        <p:spPr>
          <a:xfrm>
            <a:off x="6172199" y="1825625"/>
            <a:ext cx="5268951" cy="3861497"/>
          </a:xfrm>
        </p:spPr>
        <p:txBody>
          <a:bodyPr>
            <a:normAutofit fontScale="85000" lnSpcReduction="10000"/>
          </a:bodyPr>
          <a:lstStyle/>
          <a:p>
            <a:pPr marL="742950" indent="-742950">
              <a:lnSpc>
                <a:spcPct val="110000"/>
              </a:lnSpc>
              <a:buFont typeface="+mj-lt"/>
              <a:buAutoNum type="arabicPeriod" startAt="5"/>
            </a:pPr>
            <a:r>
              <a:rPr lang="en" altLang="ja-JP" dirty="0">
                <a:latin typeface="Meiryo"/>
              </a:rPr>
              <a:t>Issue </a:t>
            </a:r>
            <a:r>
              <a:rPr lang="ja-JP" altLang="en-US">
                <a:latin typeface="Meiryo"/>
              </a:rPr>
              <a:t>の選び方　</a:t>
            </a:r>
            <a:endParaRPr lang="en-US" altLang="ja-JP" dirty="0">
              <a:latin typeface="Meiryo"/>
            </a:endParaRPr>
          </a:p>
          <a:p>
            <a:pPr marL="742950" indent="-742950">
              <a:lnSpc>
                <a:spcPct val="110000"/>
              </a:lnSpc>
              <a:buFont typeface="+mj-lt"/>
              <a:buAutoNum type="arabicPeriod" startAt="5"/>
            </a:pPr>
            <a:r>
              <a:rPr lang="en" altLang="ja-JP" dirty="0">
                <a:latin typeface="Meiryo"/>
              </a:rPr>
              <a:t>commit </a:t>
            </a:r>
            <a:r>
              <a:rPr lang="ja-JP" altLang="en-US">
                <a:latin typeface="Meiryo"/>
              </a:rPr>
              <a:t>と </a:t>
            </a:r>
            <a:r>
              <a:rPr lang="en" altLang="ja-JP" dirty="0">
                <a:latin typeface="Meiryo"/>
              </a:rPr>
              <a:t>PR</a:t>
            </a:r>
            <a:r>
              <a:rPr lang="ja-JP" altLang="en">
                <a:latin typeface="Meiryo"/>
              </a:rPr>
              <a:t>　</a:t>
            </a:r>
            <a:endParaRPr lang="en-US" altLang="ja-JP" dirty="0">
              <a:latin typeface="Meiryo"/>
            </a:endParaRPr>
          </a:p>
          <a:p>
            <a:pPr marL="742950" indent="-742950">
              <a:lnSpc>
                <a:spcPct val="110000"/>
              </a:lnSpc>
              <a:buFont typeface="+mj-lt"/>
              <a:buAutoNum type="arabicPeriod" startAt="5"/>
            </a:pPr>
            <a:r>
              <a:rPr lang="ja-JP" altLang="en-US">
                <a:latin typeface="Meiryo"/>
              </a:rPr>
              <a:t>レビューと </a:t>
            </a:r>
            <a:r>
              <a:rPr lang="en" altLang="ja-JP" dirty="0">
                <a:latin typeface="Meiryo"/>
              </a:rPr>
              <a:t>conflict</a:t>
            </a:r>
          </a:p>
          <a:p>
            <a:pPr marL="742950" indent="-742950">
              <a:lnSpc>
                <a:spcPct val="110000"/>
              </a:lnSpc>
              <a:buFont typeface="+mj-lt"/>
              <a:buAutoNum type="arabicPeriod" startAt="5"/>
            </a:pPr>
            <a:r>
              <a:rPr lang="en" altLang="ja-JP" dirty="0">
                <a:latin typeface="Meiryo"/>
              </a:rPr>
              <a:t>AI </a:t>
            </a:r>
            <a:r>
              <a:rPr lang="ja-JP" altLang="en-US">
                <a:latin typeface="Meiryo"/>
              </a:rPr>
              <a:t>の使い方</a:t>
            </a:r>
          </a:p>
        </p:txBody>
      </p:sp>
      <p:sp>
        <p:nvSpPr>
          <p:cNvPr id="5" name="日付プレースホルダー 4">
            <a:extLst>
              <a:ext uri="{FF2B5EF4-FFF2-40B4-BE49-F238E27FC236}">
                <a16:creationId xmlns:a16="http://schemas.microsoft.com/office/drawing/2014/main" id="{461DCA68-972B-4AFF-F002-A778A18F1EB5}"/>
              </a:ext>
            </a:extLst>
          </p:cNvPr>
          <p:cNvSpPr>
            <a:spLocks noGrp="1"/>
          </p:cNvSpPr>
          <p:nvPr>
            <p:ph type="dt" sz="half" idx="10"/>
          </p:nvPr>
        </p:nvSpPr>
        <p:spPr/>
        <p:txBody>
          <a:bodyPr/>
          <a:lstStyle/>
          <a:p>
            <a:r>
              <a:rPr kumimoji="1" lang="en-US" altLang="ja-JP"/>
              <a:t>2026/10/29</a:t>
            </a:r>
            <a:endParaRPr kumimoji="1" lang="ja-JP" altLang="en-US"/>
          </a:p>
        </p:txBody>
      </p:sp>
      <p:sp>
        <p:nvSpPr>
          <p:cNvPr id="6" name="スライド番号プレースホルダー 5">
            <a:extLst>
              <a:ext uri="{FF2B5EF4-FFF2-40B4-BE49-F238E27FC236}">
                <a16:creationId xmlns:a16="http://schemas.microsoft.com/office/drawing/2014/main" id="{1DF08E4F-2229-BC9A-82DE-43533FD71451}"/>
              </a:ext>
            </a:extLst>
          </p:cNvPr>
          <p:cNvSpPr>
            <a:spLocks noGrp="1"/>
          </p:cNvSpPr>
          <p:nvPr>
            <p:ph type="sldNum" sz="quarter" idx="12"/>
          </p:nvPr>
        </p:nvSpPr>
        <p:spPr/>
        <p:txBody>
          <a:bodyPr/>
          <a:lstStyle/>
          <a:p>
            <a:fld id="{74E5C2EA-A201-0F41-BE6C-96A0CC88D6B3}" type="slidenum">
              <a:rPr kumimoji="1" lang="ja-JP" altLang="en-US" smtClean="0"/>
              <a:t>37</a:t>
            </a:fld>
            <a:endParaRPr kumimoji="1" lang="ja-JP" altLang="en-US"/>
          </a:p>
        </p:txBody>
      </p:sp>
      <p:sp>
        <p:nvSpPr>
          <p:cNvPr id="9" name="Text Placeholder 2">
            <a:extLst>
              <a:ext uri="{FF2B5EF4-FFF2-40B4-BE49-F238E27FC236}">
                <a16:creationId xmlns:a16="http://schemas.microsoft.com/office/drawing/2014/main" id="{4F873B1A-EA2E-32D2-5533-4BECA29D83B0}"/>
              </a:ext>
            </a:extLst>
          </p:cNvPr>
          <p:cNvSpPr txBox="1">
            <a:spLocks/>
          </p:cNvSpPr>
          <p:nvPr/>
        </p:nvSpPr>
        <p:spPr>
          <a:xfrm>
            <a:off x="831850" y="4779885"/>
            <a:ext cx="10515600" cy="1309765"/>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4400" kern="1200">
                <a:solidFill>
                  <a:schemeClr val="tx1"/>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4000" kern="1200">
                <a:solidFill>
                  <a:schemeClr val="tx1"/>
                </a:solidFill>
                <a:latin typeface="Meiryo" panose="020B0604030504040204" pitchFamily="34" charset="-128"/>
                <a:ea typeface="Meiryo" panose="020B0604030504040204" pitchFamily="34"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3600" kern="1200">
                <a:solidFill>
                  <a:schemeClr val="tx1"/>
                </a:solidFill>
                <a:latin typeface="Meiryo" panose="020B0604030504040204" pitchFamily="34" charset="-128"/>
                <a:ea typeface="Meiryo" panose="020B0604030504040204" pitchFamily="34"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3200" kern="1200">
                <a:solidFill>
                  <a:schemeClr val="tx1"/>
                </a:solidFill>
                <a:latin typeface="Meiryo" panose="020B0604030504040204" pitchFamily="34" charset="-128"/>
                <a:ea typeface="Meiryo" panose="020B0604030504040204" pitchFamily="34"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2800" kern="1200">
                <a:solidFill>
                  <a:schemeClr val="tx1"/>
                </a:solidFill>
                <a:latin typeface="Meiryo" panose="020B0604030504040204" pitchFamily="34" charset="-128"/>
                <a:ea typeface="Meiryo"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400">
                <a:solidFill>
                  <a:schemeClr val="tx1">
                    <a:lumMod val="50000"/>
                    <a:lumOff val="50000"/>
                  </a:schemeClr>
                </a:solidFill>
                <a:latin typeface="Meiryo"/>
              </a:rPr>
              <a:t>使ってかまいません。ただし、責任は出した人にあります。</a:t>
            </a:r>
          </a:p>
        </p:txBody>
      </p:sp>
      <p:sp>
        <p:nvSpPr>
          <p:cNvPr id="10" name="正方形/長方形 9">
            <a:extLst>
              <a:ext uri="{FF2B5EF4-FFF2-40B4-BE49-F238E27FC236}">
                <a16:creationId xmlns:a16="http://schemas.microsoft.com/office/drawing/2014/main" id="{AF6C6BAB-5A3F-7C33-042F-E2C3F0467A3C}"/>
              </a:ext>
            </a:extLst>
          </p:cNvPr>
          <p:cNvSpPr/>
          <p:nvPr/>
        </p:nvSpPr>
        <p:spPr>
          <a:xfrm>
            <a:off x="781050" y="1584363"/>
            <a:ext cx="5333999" cy="2928822"/>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05C22DBF-E1A4-1245-4BD4-85925336693B}"/>
              </a:ext>
            </a:extLst>
          </p:cNvPr>
          <p:cNvSpPr/>
          <p:nvPr/>
        </p:nvSpPr>
        <p:spPr>
          <a:xfrm>
            <a:off x="6057901" y="1560661"/>
            <a:ext cx="5333999" cy="2369225"/>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857702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F6774C-89D2-C1EC-2EB2-528A246924B3}"/>
              </a:ext>
            </a:extLst>
          </p:cNvPr>
          <p:cNvSpPr>
            <a:spLocks noGrp="1"/>
          </p:cNvSpPr>
          <p:nvPr>
            <p:ph type="title"/>
          </p:nvPr>
        </p:nvSpPr>
        <p:spPr/>
        <p:txBody>
          <a:bodyPr/>
          <a:lstStyle/>
          <a:p>
            <a:r>
              <a:rPr kumimoji="1" lang="en-US" altLang="ja-JP" dirty="0"/>
              <a:t>AI</a:t>
            </a:r>
            <a:r>
              <a:rPr kumimoji="1" lang="ja-JP" altLang="en-US"/>
              <a:t>の利用について</a:t>
            </a:r>
          </a:p>
        </p:txBody>
      </p:sp>
      <p:sp>
        <p:nvSpPr>
          <p:cNvPr id="7" name="コンテンツ プレースホルダー 6">
            <a:extLst>
              <a:ext uri="{FF2B5EF4-FFF2-40B4-BE49-F238E27FC236}">
                <a16:creationId xmlns:a16="http://schemas.microsoft.com/office/drawing/2014/main" id="{9C2D7A9D-DB99-A631-20D2-958986B6530B}"/>
              </a:ext>
            </a:extLst>
          </p:cNvPr>
          <p:cNvSpPr>
            <a:spLocks noGrp="1"/>
          </p:cNvSpPr>
          <p:nvPr>
            <p:ph idx="1"/>
          </p:nvPr>
        </p:nvSpPr>
        <p:spPr/>
        <p:txBody>
          <a:bodyPr>
            <a:normAutofit fontScale="62500" lnSpcReduction="20000"/>
          </a:bodyPr>
          <a:lstStyle/>
          <a:p>
            <a:pPr>
              <a:lnSpc>
                <a:spcPct val="120000"/>
              </a:lnSpc>
            </a:pPr>
            <a:r>
              <a:rPr lang="en-US" altLang="ja-JP" dirty="0"/>
              <a:t>AI</a:t>
            </a:r>
            <a:r>
              <a:rPr lang="ja-JP" altLang="en-US"/>
              <a:t>の利用は、リポジトリのポリシーに従う必要がある。</a:t>
            </a:r>
            <a:endParaRPr lang="en-US" altLang="ja-JP" dirty="0"/>
          </a:p>
          <a:p>
            <a:pPr>
              <a:lnSpc>
                <a:spcPct val="120000"/>
              </a:lnSpc>
            </a:pPr>
            <a:r>
              <a:rPr lang="ja-JP" altLang="en-US"/>
              <a:t>ただし、</a:t>
            </a:r>
            <a:r>
              <a:rPr lang="en-US" altLang="ja-JP" dirty="0"/>
              <a:t>PR</a:t>
            </a:r>
            <a:r>
              <a:rPr lang="ja-JP" altLang="en-US"/>
              <a:t>を出した人が内容に責任を持つことに留意する。</a:t>
            </a:r>
            <a:endParaRPr lang="en-US" altLang="ja-JP" dirty="0"/>
          </a:p>
          <a:p>
            <a:pPr>
              <a:lnSpc>
                <a:spcPct val="120000"/>
              </a:lnSpc>
            </a:pPr>
            <a:r>
              <a:rPr lang="ja-JP" altLang="en-US"/>
              <a:t>そのために、</a:t>
            </a:r>
            <a:r>
              <a:rPr lang="en-US" altLang="ja-JP" dirty="0"/>
              <a:t>AI</a:t>
            </a:r>
            <a:r>
              <a:rPr lang="ja-JP" altLang="en-US"/>
              <a:t>を使った場合は、</a:t>
            </a:r>
            <a:endParaRPr lang="en-US" altLang="ja-JP" dirty="0"/>
          </a:p>
          <a:p>
            <a:pPr lvl="1">
              <a:lnSpc>
                <a:spcPct val="120000"/>
              </a:lnSpc>
            </a:pPr>
            <a:r>
              <a:rPr lang="ja-JP" altLang="en-US"/>
              <a:t>使ったことを申告する、</a:t>
            </a:r>
            <a:r>
              <a:rPr lang="en-US" altLang="ja-JP" dirty="0"/>
              <a:t>PR</a:t>
            </a:r>
            <a:r>
              <a:rPr lang="ja-JP" altLang="en-US"/>
              <a:t>の内容を説明できる、自分で確認する、の３点は忘れずに。</a:t>
            </a:r>
            <a:endParaRPr lang="en-US" altLang="ja-JP" dirty="0"/>
          </a:p>
          <a:p>
            <a:pPr>
              <a:lnSpc>
                <a:spcPct val="120000"/>
              </a:lnSpc>
            </a:pPr>
            <a:r>
              <a:rPr lang="en-US" altLang="ja-JP" dirty="0"/>
              <a:t>AI</a:t>
            </a:r>
            <a:r>
              <a:rPr lang="ja-JP" altLang="en-US"/>
              <a:t>を使うこと自体が評価を下げることにはつながらない。</a:t>
            </a:r>
            <a:endParaRPr lang="en-US" altLang="ja-JP" dirty="0"/>
          </a:p>
          <a:p>
            <a:pPr lvl="1">
              <a:lnSpc>
                <a:spcPct val="120000"/>
              </a:lnSpc>
            </a:pPr>
            <a:r>
              <a:rPr lang="ja-JP" altLang="en-US"/>
              <a:t>申告がないことや、確認していないことが評価を下げることに気をつける。</a:t>
            </a:r>
            <a:endParaRPr lang="en-US" altLang="ja-JP" dirty="0"/>
          </a:p>
        </p:txBody>
      </p:sp>
      <p:sp>
        <p:nvSpPr>
          <p:cNvPr id="5" name="日付プレースホルダー 4">
            <a:extLst>
              <a:ext uri="{FF2B5EF4-FFF2-40B4-BE49-F238E27FC236}">
                <a16:creationId xmlns:a16="http://schemas.microsoft.com/office/drawing/2014/main" id="{70411CC7-724D-1447-A956-1EC06757472B}"/>
              </a:ext>
            </a:extLst>
          </p:cNvPr>
          <p:cNvSpPr>
            <a:spLocks noGrp="1"/>
          </p:cNvSpPr>
          <p:nvPr>
            <p:ph type="dt" sz="half" idx="10"/>
          </p:nvPr>
        </p:nvSpPr>
        <p:spPr/>
        <p:txBody>
          <a:bodyPr/>
          <a:lstStyle/>
          <a:p>
            <a:r>
              <a:rPr kumimoji="1" lang="en-US" altLang="ja-JP"/>
              <a:t>2026/10/29</a:t>
            </a:r>
            <a:endParaRPr kumimoji="1" lang="ja-JP" altLang="en-US"/>
          </a:p>
        </p:txBody>
      </p:sp>
      <p:sp>
        <p:nvSpPr>
          <p:cNvPr id="6" name="スライド番号プレースホルダー 5">
            <a:extLst>
              <a:ext uri="{FF2B5EF4-FFF2-40B4-BE49-F238E27FC236}">
                <a16:creationId xmlns:a16="http://schemas.microsoft.com/office/drawing/2014/main" id="{4C1C14F7-6AF2-C8A8-B40A-3ADDF3DE71B2}"/>
              </a:ext>
            </a:extLst>
          </p:cNvPr>
          <p:cNvSpPr>
            <a:spLocks noGrp="1"/>
          </p:cNvSpPr>
          <p:nvPr>
            <p:ph type="sldNum" sz="quarter" idx="12"/>
          </p:nvPr>
        </p:nvSpPr>
        <p:spPr/>
        <p:txBody>
          <a:bodyPr/>
          <a:lstStyle/>
          <a:p>
            <a:fld id="{74E5C2EA-A201-0F41-BE6C-96A0CC88D6B3}" type="slidenum">
              <a:rPr kumimoji="1" lang="ja-JP" altLang="en-US" smtClean="0"/>
              <a:t>38</a:t>
            </a:fld>
            <a:endParaRPr kumimoji="1" lang="ja-JP" altLang="en-US"/>
          </a:p>
        </p:txBody>
      </p:sp>
    </p:spTree>
    <p:extLst>
      <p:ext uri="{BB962C8B-B14F-4D97-AF65-F5344CB8AC3E}">
        <p14:creationId xmlns:p14="http://schemas.microsoft.com/office/powerpoint/2010/main" val="117155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2606F4-BD93-04A9-8389-DA7C5FD62875}"/>
              </a:ext>
            </a:extLst>
          </p:cNvPr>
          <p:cNvSpPr>
            <a:spLocks noGrp="1"/>
          </p:cNvSpPr>
          <p:nvPr>
            <p:ph type="title"/>
          </p:nvPr>
        </p:nvSpPr>
        <p:spPr>
          <a:xfrm>
            <a:off x="838199" y="365125"/>
            <a:ext cx="11472333" cy="1325563"/>
          </a:xfrm>
        </p:spPr>
        <p:txBody>
          <a:bodyPr/>
          <a:lstStyle/>
          <a:p>
            <a:r>
              <a:rPr kumimoji="1" lang="ja-JP" altLang="en-US"/>
              <a:t>申告の例と避けるべき使い方</a:t>
            </a:r>
          </a:p>
        </p:txBody>
      </p:sp>
      <p:sp>
        <p:nvSpPr>
          <p:cNvPr id="6" name="コンテンツ プレースホルダー 5">
            <a:extLst>
              <a:ext uri="{FF2B5EF4-FFF2-40B4-BE49-F238E27FC236}">
                <a16:creationId xmlns:a16="http://schemas.microsoft.com/office/drawing/2014/main" id="{4238E347-D6D5-3A31-657D-661AAEE31818}"/>
              </a:ext>
            </a:extLst>
          </p:cNvPr>
          <p:cNvSpPr>
            <a:spLocks noGrp="1"/>
          </p:cNvSpPr>
          <p:nvPr>
            <p:ph sz="half" idx="1"/>
          </p:nvPr>
        </p:nvSpPr>
        <p:spPr/>
        <p:txBody>
          <a:bodyPr>
            <a:normAutofit fontScale="77500" lnSpcReduction="20000"/>
          </a:bodyPr>
          <a:lstStyle/>
          <a:p>
            <a:pPr>
              <a:lnSpc>
                <a:spcPct val="120000"/>
              </a:lnSpc>
            </a:pPr>
            <a:r>
              <a:rPr lang="ja-JP" altLang="en-US"/>
              <a:t>申告の例</a:t>
            </a:r>
          </a:p>
          <a:p>
            <a:pPr lvl="1">
              <a:lnSpc>
                <a:spcPct val="120000"/>
              </a:lnSpc>
            </a:pPr>
            <a:r>
              <a:rPr lang="ja-JP" altLang="en-US"/>
              <a:t>「コード修正は自分で行い、レビューは </a:t>
            </a:r>
            <a:r>
              <a:rPr lang="en" altLang="ja-JP" dirty="0"/>
              <a:t>AI </a:t>
            </a:r>
            <a:r>
              <a:rPr lang="ja-JP" altLang="en-US"/>
              <a:t>に任せました。</a:t>
            </a:r>
            <a:r>
              <a:rPr lang="en" altLang="ja-JP" dirty="0"/>
              <a:t>commit </a:t>
            </a:r>
            <a:r>
              <a:rPr lang="ja-JP" altLang="en-US"/>
              <a:t>メッセージと </a:t>
            </a:r>
            <a:r>
              <a:rPr lang="en" altLang="ja-JP" dirty="0"/>
              <a:t>PR </a:t>
            </a:r>
            <a:r>
              <a:rPr lang="ja-JP" altLang="en-US"/>
              <a:t>の文面は、</a:t>
            </a:r>
            <a:r>
              <a:rPr lang="en" altLang="ja-JP" dirty="0"/>
              <a:t>AI </a:t>
            </a:r>
            <a:r>
              <a:rPr lang="ja-JP" altLang="en-US"/>
              <a:t>に草案を書いてもらいました。」</a:t>
            </a:r>
          </a:p>
        </p:txBody>
      </p:sp>
      <p:sp>
        <p:nvSpPr>
          <p:cNvPr id="7" name="コンテンツ プレースホルダー 6">
            <a:extLst>
              <a:ext uri="{FF2B5EF4-FFF2-40B4-BE49-F238E27FC236}">
                <a16:creationId xmlns:a16="http://schemas.microsoft.com/office/drawing/2014/main" id="{425C019E-64F3-6CE1-1382-1459BDC41164}"/>
              </a:ext>
            </a:extLst>
          </p:cNvPr>
          <p:cNvSpPr>
            <a:spLocks noGrp="1"/>
          </p:cNvSpPr>
          <p:nvPr>
            <p:ph sz="half" idx="2"/>
          </p:nvPr>
        </p:nvSpPr>
        <p:spPr/>
        <p:txBody>
          <a:bodyPr>
            <a:normAutofit fontScale="77500" lnSpcReduction="20000"/>
          </a:bodyPr>
          <a:lstStyle/>
          <a:p>
            <a:pPr>
              <a:lnSpc>
                <a:spcPct val="120000"/>
              </a:lnSpc>
            </a:pPr>
            <a:r>
              <a:rPr lang="ja-JP" altLang="en-US"/>
              <a:t>避けるべき使い方</a:t>
            </a:r>
          </a:p>
          <a:p>
            <a:pPr lvl="1">
              <a:lnSpc>
                <a:spcPct val="120000"/>
              </a:lnSpc>
            </a:pPr>
            <a:r>
              <a:rPr lang="en" altLang="ja-JP" dirty="0"/>
              <a:t>AI </a:t>
            </a:r>
            <a:r>
              <a:rPr lang="ja-JP" altLang="en-US"/>
              <a:t>の出力を未確認のまま</a:t>
            </a:r>
            <a:r>
              <a:rPr lang="en" altLang="ja-JP" dirty="0"/>
              <a:t>PR </a:t>
            </a:r>
            <a:r>
              <a:rPr lang="ja-JP" altLang="en-US"/>
              <a:t>にしないこと。</a:t>
            </a:r>
          </a:p>
          <a:p>
            <a:pPr lvl="1">
              <a:lnSpc>
                <a:spcPct val="120000"/>
              </a:lnSpc>
            </a:pPr>
            <a:r>
              <a:rPr lang="en" altLang="ja-JP" dirty="0"/>
              <a:t>AI </a:t>
            </a:r>
            <a:r>
              <a:rPr lang="ja-JP" altLang="en-US"/>
              <a:t>の提案を鵜呑みにしない。</a:t>
            </a:r>
          </a:p>
          <a:p>
            <a:pPr lvl="1">
              <a:lnSpc>
                <a:spcPct val="120000"/>
              </a:lnSpc>
            </a:pPr>
            <a:r>
              <a:rPr lang="ja-JP" altLang="en-US"/>
              <a:t>レビューへの返信を</a:t>
            </a:r>
            <a:r>
              <a:rPr lang="en-US" altLang="ja-JP" dirty="0"/>
              <a:t>AI</a:t>
            </a:r>
            <a:r>
              <a:rPr lang="ja-JP" altLang="en-US"/>
              <a:t>に任せたとしても、中身は必ず確認する。</a:t>
            </a:r>
          </a:p>
        </p:txBody>
      </p:sp>
      <p:sp>
        <p:nvSpPr>
          <p:cNvPr id="4" name="日付プレースホルダー 3">
            <a:extLst>
              <a:ext uri="{FF2B5EF4-FFF2-40B4-BE49-F238E27FC236}">
                <a16:creationId xmlns:a16="http://schemas.microsoft.com/office/drawing/2014/main" id="{C768B80F-8D88-0EBC-82A8-65F83CCBAD10}"/>
              </a:ext>
            </a:extLst>
          </p:cNvPr>
          <p:cNvSpPr>
            <a:spLocks noGrp="1"/>
          </p:cNvSpPr>
          <p:nvPr>
            <p:ph type="dt" sz="half" idx="10"/>
          </p:nvPr>
        </p:nvSpPr>
        <p:spPr/>
        <p:txBody>
          <a:bodyPr/>
          <a:lstStyle/>
          <a:p>
            <a:r>
              <a:rPr kumimoji="1" lang="en-US" altLang="ja-JP"/>
              <a:t>2026/10/29</a:t>
            </a:r>
            <a:endParaRPr kumimoji="1" lang="ja-JP" altLang="en-US"/>
          </a:p>
        </p:txBody>
      </p:sp>
      <p:sp>
        <p:nvSpPr>
          <p:cNvPr id="5" name="スライド番号プレースホルダー 4">
            <a:extLst>
              <a:ext uri="{FF2B5EF4-FFF2-40B4-BE49-F238E27FC236}">
                <a16:creationId xmlns:a16="http://schemas.microsoft.com/office/drawing/2014/main" id="{66AF67F9-956D-864C-A01F-863F29D23296}"/>
              </a:ext>
            </a:extLst>
          </p:cNvPr>
          <p:cNvSpPr>
            <a:spLocks noGrp="1"/>
          </p:cNvSpPr>
          <p:nvPr>
            <p:ph type="sldNum" sz="quarter" idx="12"/>
          </p:nvPr>
        </p:nvSpPr>
        <p:spPr/>
        <p:txBody>
          <a:bodyPr/>
          <a:lstStyle/>
          <a:p>
            <a:fld id="{74E5C2EA-A201-0F41-BE6C-96A0CC88D6B3}" type="slidenum">
              <a:rPr kumimoji="1" lang="ja-JP" altLang="en-US" smtClean="0"/>
              <a:t>39</a:t>
            </a:fld>
            <a:endParaRPr kumimoji="1" lang="ja-JP" altLang="en-US"/>
          </a:p>
        </p:txBody>
      </p:sp>
    </p:spTree>
    <p:extLst>
      <p:ext uri="{BB962C8B-B14F-4D97-AF65-F5344CB8AC3E}">
        <p14:creationId xmlns:p14="http://schemas.microsoft.com/office/powerpoint/2010/main" val="2246572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ACECB-7E2A-3AF5-1138-7534ADE4A26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C28C048-A76E-61B1-CAE4-F5B18FEA2B52}"/>
              </a:ext>
            </a:extLst>
          </p:cNvPr>
          <p:cNvSpPr>
            <a:spLocks noGrp="1"/>
          </p:cNvSpPr>
          <p:nvPr>
            <p:ph type="title"/>
          </p:nvPr>
        </p:nvSpPr>
        <p:spPr/>
        <p:txBody>
          <a:bodyPr/>
          <a:lstStyle/>
          <a:p>
            <a:r>
              <a:rPr kumimoji="1" lang="ja-JP" altLang="en-US"/>
              <a:t>目次</a:t>
            </a:r>
          </a:p>
        </p:txBody>
      </p:sp>
      <p:sp>
        <p:nvSpPr>
          <p:cNvPr id="7" name="コンテンツ プレースホルダー 6">
            <a:extLst>
              <a:ext uri="{FF2B5EF4-FFF2-40B4-BE49-F238E27FC236}">
                <a16:creationId xmlns:a16="http://schemas.microsoft.com/office/drawing/2014/main" id="{1757FD4A-F6B6-ED61-0EDB-9CACE2EDB2F3}"/>
              </a:ext>
            </a:extLst>
          </p:cNvPr>
          <p:cNvSpPr>
            <a:spLocks noGrp="1"/>
          </p:cNvSpPr>
          <p:nvPr>
            <p:ph sz="half" idx="1"/>
          </p:nvPr>
        </p:nvSpPr>
        <p:spPr>
          <a:xfrm>
            <a:off x="838200" y="1825626"/>
            <a:ext cx="5181600" cy="3181272"/>
          </a:xfrm>
        </p:spPr>
        <p:txBody>
          <a:bodyPr>
            <a:normAutofit fontScale="85000" lnSpcReduction="10000"/>
          </a:bodyPr>
          <a:lstStyle/>
          <a:p>
            <a:pPr marL="742950" indent="-742950">
              <a:lnSpc>
                <a:spcPct val="110000"/>
              </a:lnSpc>
              <a:buFont typeface="+mj-lt"/>
              <a:buAutoNum type="arabicPeriod"/>
            </a:pPr>
            <a:r>
              <a:rPr lang="en" altLang="ja-JP" dirty="0"/>
              <a:t>OSS </a:t>
            </a:r>
            <a:r>
              <a:rPr lang="ja-JP" altLang="en-US"/>
              <a:t>開発とは</a:t>
            </a:r>
          </a:p>
          <a:p>
            <a:pPr marL="742950" indent="-742950">
              <a:lnSpc>
                <a:spcPct val="110000"/>
              </a:lnSpc>
              <a:buFont typeface="+mj-lt"/>
              <a:buAutoNum type="arabicPeriod"/>
            </a:pPr>
            <a:r>
              <a:rPr lang="ja-JP" altLang="en-US"/>
              <a:t>開発の流れ</a:t>
            </a:r>
          </a:p>
          <a:p>
            <a:pPr marL="742950" indent="-742950">
              <a:lnSpc>
                <a:spcPct val="110000"/>
              </a:lnSpc>
              <a:buFont typeface="+mj-lt"/>
              <a:buAutoNum type="arabicPeriod"/>
            </a:pPr>
            <a:r>
              <a:rPr lang="ja-JP" altLang="en-US"/>
              <a:t>プロジェクトの見方</a:t>
            </a:r>
          </a:p>
          <a:p>
            <a:pPr marL="742950" indent="-742950">
              <a:lnSpc>
                <a:spcPct val="110000"/>
              </a:lnSpc>
              <a:buFont typeface="+mj-lt"/>
              <a:buAutoNum type="arabicPeriod"/>
            </a:pPr>
            <a:r>
              <a:rPr lang="en" altLang="ja-JP" dirty="0"/>
              <a:t>Code of Conduct</a:t>
            </a:r>
          </a:p>
        </p:txBody>
      </p:sp>
      <p:sp>
        <p:nvSpPr>
          <p:cNvPr id="4" name="コンテンツ プレースホルダー 3">
            <a:extLst>
              <a:ext uri="{FF2B5EF4-FFF2-40B4-BE49-F238E27FC236}">
                <a16:creationId xmlns:a16="http://schemas.microsoft.com/office/drawing/2014/main" id="{FE23EB16-E5EC-8606-E974-5F0796F5C367}"/>
              </a:ext>
            </a:extLst>
          </p:cNvPr>
          <p:cNvSpPr>
            <a:spLocks noGrp="1"/>
          </p:cNvSpPr>
          <p:nvPr>
            <p:ph sz="half" idx="2"/>
          </p:nvPr>
        </p:nvSpPr>
        <p:spPr>
          <a:xfrm>
            <a:off x="6172199" y="1825625"/>
            <a:ext cx="5268951" cy="3861497"/>
          </a:xfrm>
        </p:spPr>
        <p:txBody>
          <a:bodyPr>
            <a:normAutofit fontScale="85000" lnSpcReduction="10000"/>
          </a:bodyPr>
          <a:lstStyle/>
          <a:p>
            <a:pPr marL="742950" indent="-742950">
              <a:lnSpc>
                <a:spcPct val="110000"/>
              </a:lnSpc>
              <a:buFont typeface="+mj-lt"/>
              <a:buAutoNum type="arabicPeriod" startAt="5"/>
            </a:pPr>
            <a:r>
              <a:rPr lang="en" altLang="ja-JP" dirty="0">
                <a:latin typeface="Meiryo"/>
              </a:rPr>
              <a:t>Issue </a:t>
            </a:r>
            <a:r>
              <a:rPr lang="ja-JP" altLang="en-US">
                <a:latin typeface="Meiryo"/>
              </a:rPr>
              <a:t>の選び方　</a:t>
            </a:r>
            <a:endParaRPr lang="en-US" altLang="ja-JP" dirty="0">
              <a:latin typeface="Meiryo"/>
            </a:endParaRPr>
          </a:p>
          <a:p>
            <a:pPr marL="742950" indent="-742950">
              <a:lnSpc>
                <a:spcPct val="110000"/>
              </a:lnSpc>
              <a:buFont typeface="+mj-lt"/>
              <a:buAutoNum type="arabicPeriod" startAt="5"/>
            </a:pPr>
            <a:r>
              <a:rPr lang="en" altLang="ja-JP" dirty="0">
                <a:latin typeface="Meiryo"/>
              </a:rPr>
              <a:t>commit </a:t>
            </a:r>
            <a:r>
              <a:rPr lang="ja-JP" altLang="en-US">
                <a:latin typeface="Meiryo"/>
              </a:rPr>
              <a:t>と </a:t>
            </a:r>
            <a:r>
              <a:rPr lang="en" altLang="ja-JP" dirty="0">
                <a:latin typeface="Meiryo"/>
              </a:rPr>
              <a:t>PR</a:t>
            </a:r>
            <a:r>
              <a:rPr lang="ja-JP" altLang="en">
                <a:latin typeface="Meiryo"/>
              </a:rPr>
              <a:t>　</a:t>
            </a:r>
            <a:endParaRPr lang="en-US" altLang="ja-JP" dirty="0">
              <a:latin typeface="Meiryo"/>
            </a:endParaRPr>
          </a:p>
          <a:p>
            <a:pPr marL="742950" indent="-742950">
              <a:lnSpc>
                <a:spcPct val="110000"/>
              </a:lnSpc>
              <a:buFont typeface="+mj-lt"/>
              <a:buAutoNum type="arabicPeriod" startAt="5"/>
            </a:pPr>
            <a:r>
              <a:rPr lang="ja-JP" altLang="en-US">
                <a:latin typeface="Meiryo"/>
              </a:rPr>
              <a:t>レビューと </a:t>
            </a:r>
            <a:r>
              <a:rPr lang="en" altLang="ja-JP" dirty="0">
                <a:latin typeface="Meiryo"/>
              </a:rPr>
              <a:t>conflict</a:t>
            </a:r>
          </a:p>
          <a:p>
            <a:pPr marL="742950" indent="-742950">
              <a:lnSpc>
                <a:spcPct val="110000"/>
              </a:lnSpc>
              <a:buFont typeface="+mj-lt"/>
              <a:buAutoNum type="arabicPeriod" startAt="5"/>
            </a:pPr>
            <a:r>
              <a:rPr lang="en" altLang="ja-JP" dirty="0">
                <a:latin typeface="Meiryo"/>
              </a:rPr>
              <a:t>AI </a:t>
            </a:r>
            <a:r>
              <a:rPr lang="ja-JP" altLang="en-US">
                <a:latin typeface="Meiryo"/>
              </a:rPr>
              <a:t>の使い方</a:t>
            </a:r>
          </a:p>
        </p:txBody>
      </p:sp>
      <p:sp>
        <p:nvSpPr>
          <p:cNvPr id="5" name="日付プレースホルダー 4">
            <a:extLst>
              <a:ext uri="{FF2B5EF4-FFF2-40B4-BE49-F238E27FC236}">
                <a16:creationId xmlns:a16="http://schemas.microsoft.com/office/drawing/2014/main" id="{3CD03653-7AA9-68CE-EEB2-63FA8A0637B6}"/>
              </a:ext>
            </a:extLst>
          </p:cNvPr>
          <p:cNvSpPr>
            <a:spLocks noGrp="1"/>
          </p:cNvSpPr>
          <p:nvPr>
            <p:ph type="dt" sz="half" idx="10"/>
          </p:nvPr>
        </p:nvSpPr>
        <p:spPr/>
        <p:txBody>
          <a:bodyPr/>
          <a:lstStyle/>
          <a:p>
            <a:r>
              <a:rPr kumimoji="1" lang="en-US" altLang="ja-JP"/>
              <a:t>2026/10/29</a:t>
            </a:r>
            <a:endParaRPr kumimoji="1" lang="ja-JP" altLang="en-US"/>
          </a:p>
        </p:txBody>
      </p:sp>
      <p:sp>
        <p:nvSpPr>
          <p:cNvPr id="6" name="スライド番号プレースホルダー 5">
            <a:extLst>
              <a:ext uri="{FF2B5EF4-FFF2-40B4-BE49-F238E27FC236}">
                <a16:creationId xmlns:a16="http://schemas.microsoft.com/office/drawing/2014/main" id="{8AE5F82C-FE8D-B898-4AC4-B5A47C3F2437}"/>
              </a:ext>
            </a:extLst>
          </p:cNvPr>
          <p:cNvSpPr>
            <a:spLocks noGrp="1"/>
          </p:cNvSpPr>
          <p:nvPr>
            <p:ph type="sldNum" sz="quarter" idx="12"/>
          </p:nvPr>
        </p:nvSpPr>
        <p:spPr/>
        <p:txBody>
          <a:bodyPr/>
          <a:lstStyle/>
          <a:p>
            <a:fld id="{74E5C2EA-A201-0F41-BE6C-96A0CC88D6B3}" type="slidenum">
              <a:rPr kumimoji="1" lang="ja-JP" altLang="en-US" smtClean="0"/>
              <a:t>40</a:t>
            </a:fld>
            <a:endParaRPr kumimoji="1" lang="ja-JP" altLang="en-US"/>
          </a:p>
        </p:txBody>
      </p:sp>
      <p:sp>
        <p:nvSpPr>
          <p:cNvPr id="9" name="Text Placeholder 2">
            <a:extLst>
              <a:ext uri="{FF2B5EF4-FFF2-40B4-BE49-F238E27FC236}">
                <a16:creationId xmlns:a16="http://schemas.microsoft.com/office/drawing/2014/main" id="{60D88443-C8FC-7142-08AB-EBEA6118CE8D}"/>
              </a:ext>
            </a:extLst>
          </p:cNvPr>
          <p:cNvSpPr txBox="1">
            <a:spLocks/>
          </p:cNvSpPr>
          <p:nvPr/>
        </p:nvSpPr>
        <p:spPr>
          <a:xfrm>
            <a:off x="831850" y="4779885"/>
            <a:ext cx="10515600" cy="1309765"/>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4400" kern="1200">
                <a:solidFill>
                  <a:schemeClr val="tx1"/>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4000" kern="1200">
                <a:solidFill>
                  <a:schemeClr val="tx1"/>
                </a:solidFill>
                <a:latin typeface="Meiryo" panose="020B0604030504040204" pitchFamily="34" charset="-128"/>
                <a:ea typeface="Meiryo" panose="020B0604030504040204" pitchFamily="34"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3600" kern="1200">
                <a:solidFill>
                  <a:schemeClr val="tx1"/>
                </a:solidFill>
                <a:latin typeface="Meiryo" panose="020B0604030504040204" pitchFamily="34" charset="-128"/>
                <a:ea typeface="Meiryo" panose="020B0604030504040204" pitchFamily="34"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3200" kern="1200">
                <a:solidFill>
                  <a:schemeClr val="tx1"/>
                </a:solidFill>
                <a:latin typeface="Meiryo" panose="020B0604030504040204" pitchFamily="34" charset="-128"/>
                <a:ea typeface="Meiryo" panose="020B0604030504040204" pitchFamily="34"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2800" kern="1200">
                <a:solidFill>
                  <a:schemeClr val="tx1"/>
                </a:solidFill>
                <a:latin typeface="Meiryo" panose="020B0604030504040204" pitchFamily="34" charset="-128"/>
                <a:ea typeface="Meiryo"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3700">
                <a:latin typeface="Meiryo"/>
              </a:rPr>
              <a:t>課題に取り組もう</a:t>
            </a:r>
          </a:p>
        </p:txBody>
      </p:sp>
      <p:sp>
        <p:nvSpPr>
          <p:cNvPr id="10" name="正方形/長方形 9">
            <a:extLst>
              <a:ext uri="{FF2B5EF4-FFF2-40B4-BE49-F238E27FC236}">
                <a16:creationId xmlns:a16="http://schemas.microsoft.com/office/drawing/2014/main" id="{57F1CC6F-8D87-B4D5-100B-AB46768ADDFE}"/>
              </a:ext>
            </a:extLst>
          </p:cNvPr>
          <p:cNvSpPr/>
          <p:nvPr/>
        </p:nvSpPr>
        <p:spPr>
          <a:xfrm>
            <a:off x="781050" y="1584363"/>
            <a:ext cx="5333999" cy="2928822"/>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5E4D854E-A543-3223-1954-56467B962356}"/>
              </a:ext>
            </a:extLst>
          </p:cNvPr>
          <p:cNvSpPr/>
          <p:nvPr/>
        </p:nvSpPr>
        <p:spPr>
          <a:xfrm>
            <a:off x="6026151" y="1492747"/>
            <a:ext cx="5333999" cy="2952524"/>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913804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D1534DD1-3E18-8E9C-AEE4-3A48CB41E13E}"/>
              </a:ext>
            </a:extLst>
          </p:cNvPr>
          <p:cNvSpPr>
            <a:spLocks noGrp="1"/>
          </p:cNvSpPr>
          <p:nvPr>
            <p:ph type="title"/>
          </p:nvPr>
        </p:nvSpPr>
        <p:spPr/>
        <p:txBody>
          <a:bodyPr/>
          <a:lstStyle/>
          <a:p>
            <a:r>
              <a:rPr lang="ja-JP" altLang="en-US"/>
              <a:t>課題内容</a:t>
            </a:r>
          </a:p>
        </p:txBody>
      </p:sp>
      <p:sp>
        <p:nvSpPr>
          <p:cNvPr id="8" name="コンテンツ プレースホルダー 7">
            <a:extLst>
              <a:ext uri="{FF2B5EF4-FFF2-40B4-BE49-F238E27FC236}">
                <a16:creationId xmlns:a16="http://schemas.microsoft.com/office/drawing/2014/main" id="{A0C85CC3-B726-1FCE-6A9F-D9B76A4ADF5B}"/>
              </a:ext>
            </a:extLst>
          </p:cNvPr>
          <p:cNvSpPr>
            <a:spLocks noGrp="1"/>
          </p:cNvSpPr>
          <p:nvPr>
            <p:ph idx="1"/>
          </p:nvPr>
        </p:nvSpPr>
        <p:spPr/>
        <p:txBody>
          <a:bodyPr>
            <a:normAutofit fontScale="70000" lnSpcReduction="20000"/>
          </a:bodyPr>
          <a:lstStyle/>
          <a:p>
            <a:pPr>
              <a:lnSpc>
                <a:spcPct val="120000"/>
              </a:lnSpc>
            </a:pPr>
            <a:r>
              <a:rPr lang="en-US" altLang="ja-JP" dirty="0">
                <a:hlinkClick r:id="rId2"/>
              </a:rPr>
              <a:t>https://github.com/tamadalab/welfare-time/issues</a:t>
            </a:r>
            <a:endParaRPr lang="en-US" altLang="ja-JP" dirty="0"/>
          </a:p>
          <a:p>
            <a:pPr lvl="1">
              <a:lnSpc>
                <a:spcPct val="120000"/>
              </a:lnSpc>
            </a:pPr>
            <a:r>
              <a:rPr lang="ja-JP" altLang="en-US"/>
              <a:t>この</a:t>
            </a:r>
            <a:r>
              <a:rPr lang="en-US" altLang="ja-JP" dirty="0"/>
              <a:t>URL</a:t>
            </a:r>
            <a:r>
              <a:rPr lang="ja-JP" altLang="en-US"/>
              <a:t>を確認し、</a:t>
            </a:r>
            <a:r>
              <a:rPr lang="en-US" altLang="ja-JP" dirty="0"/>
              <a:t>Issue</a:t>
            </a:r>
            <a:r>
              <a:rPr lang="ja-JP" altLang="en-US"/>
              <a:t>の選び方に従って、取り組む内容を決めよう。</a:t>
            </a:r>
            <a:endParaRPr lang="en-US" altLang="ja-JP" dirty="0"/>
          </a:p>
          <a:p>
            <a:pPr lvl="2">
              <a:lnSpc>
                <a:spcPct val="120000"/>
              </a:lnSpc>
            </a:pPr>
            <a:r>
              <a:rPr lang="ja-JP" altLang="en-US"/>
              <a:t>着手宣言を忘れずに。</a:t>
            </a:r>
            <a:endParaRPr lang="en-US" altLang="ja-JP" dirty="0"/>
          </a:p>
          <a:p>
            <a:pPr lvl="1">
              <a:lnSpc>
                <a:spcPct val="120000"/>
              </a:lnSpc>
            </a:pPr>
            <a:r>
              <a:rPr lang="en-US" altLang="ja-JP" dirty="0"/>
              <a:t>Fork, Clone, Branch</a:t>
            </a:r>
            <a:r>
              <a:rPr lang="ja-JP" altLang="en-US"/>
              <a:t>を切って、修正しよう。</a:t>
            </a:r>
            <a:endParaRPr lang="en-US" altLang="ja-JP" dirty="0"/>
          </a:p>
          <a:p>
            <a:pPr lvl="1">
              <a:lnSpc>
                <a:spcPct val="120000"/>
              </a:lnSpc>
            </a:pPr>
            <a:r>
              <a:rPr lang="ja-JP" altLang="en-US"/>
              <a:t>修正できれば修正内容を確認しよう。</a:t>
            </a:r>
            <a:endParaRPr lang="en-US" altLang="ja-JP" dirty="0"/>
          </a:p>
          <a:p>
            <a:pPr lvl="1">
              <a:lnSpc>
                <a:spcPct val="120000"/>
              </a:lnSpc>
            </a:pPr>
            <a:r>
              <a:rPr lang="ja-JP" altLang="en-US"/>
              <a:t>コミット、</a:t>
            </a:r>
            <a:r>
              <a:rPr lang="en-US" altLang="ja-JP" dirty="0"/>
              <a:t>PR</a:t>
            </a:r>
            <a:r>
              <a:rPr lang="ja-JP" altLang="en-US"/>
              <a:t>を発行しよう。</a:t>
            </a:r>
            <a:endParaRPr lang="en-US" altLang="ja-JP" dirty="0"/>
          </a:p>
          <a:p>
            <a:pPr lvl="2">
              <a:lnSpc>
                <a:spcPct val="120000"/>
              </a:lnSpc>
            </a:pPr>
            <a:r>
              <a:rPr lang="ja-JP" altLang="en-US"/>
              <a:t>その後、玉田によりレビューされます。</a:t>
            </a:r>
            <a:endParaRPr lang="en-US" altLang="ja-JP" dirty="0"/>
          </a:p>
          <a:p>
            <a:pPr lvl="1">
              <a:lnSpc>
                <a:spcPct val="120000"/>
              </a:lnSpc>
            </a:pPr>
            <a:r>
              <a:rPr lang="ja-JP" altLang="en-US"/>
              <a:t>レポートを書いて</a:t>
            </a:r>
            <a:r>
              <a:rPr lang="en-US" altLang="ja-JP" dirty="0"/>
              <a:t>Moodle</a:t>
            </a:r>
            <a:r>
              <a:rPr lang="ja-JP" altLang="en-US"/>
              <a:t>に提出する。</a:t>
            </a:r>
          </a:p>
        </p:txBody>
      </p:sp>
      <p:sp>
        <p:nvSpPr>
          <p:cNvPr id="5" name="日付プレースホルダー 4">
            <a:extLst>
              <a:ext uri="{FF2B5EF4-FFF2-40B4-BE49-F238E27FC236}">
                <a16:creationId xmlns:a16="http://schemas.microsoft.com/office/drawing/2014/main" id="{DDAC4141-1555-F9E1-ECB5-B3929F061524}"/>
              </a:ext>
            </a:extLst>
          </p:cNvPr>
          <p:cNvSpPr>
            <a:spLocks noGrp="1"/>
          </p:cNvSpPr>
          <p:nvPr>
            <p:ph type="dt" sz="half" idx="10"/>
          </p:nvPr>
        </p:nvSpPr>
        <p:spPr/>
        <p:txBody>
          <a:bodyPr/>
          <a:lstStyle/>
          <a:p>
            <a:r>
              <a:rPr kumimoji="1" lang="en-US" altLang="ja-JP"/>
              <a:t>2026/10/29</a:t>
            </a:r>
            <a:endParaRPr kumimoji="1" lang="ja-JP" altLang="en-US"/>
          </a:p>
        </p:txBody>
      </p:sp>
      <p:sp>
        <p:nvSpPr>
          <p:cNvPr id="6" name="スライド番号プレースホルダー 5">
            <a:extLst>
              <a:ext uri="{FF2B5EF4-FFF2-40B4-BE49-F238E27FC236}">
                <a16:creationId xmlns:a16="http://schemas.microsoft.com/office/drawing/2014/main" id="{CDD6208C-9D3E-027E-2AB7-9E7030FDF54E}"/>
              </a:ext>
            </a:extLst>
          </p:cNvPr>
          <p:cNvSpPr>
            <a:spLocks noGrp="1"/>
          </p:cNvSpPr>
          <p:nvPr>
            <p:ph type="sldNum" sz="quarter" idx="12"/>
          </p:nvPr>
        </p:nvSpPr>
        <p:spPr/>
        <p:txBody>
          <a:bodyPr/>
          <a:lstStyle/>
          <a:p>
            <a:fld id="{74E5C2EA-A201-0F41-BE6C-96A0CC88D6B3}" type="slidenum">
              <a:rPr kumimoji="1" lang="ja-JP" altLang="en-US" smtClean="0"/>
              <a:t>41</a:t>
            </a:fld>
            <a:endParaRPr kumimoji="1" lang="ja-JP" altLang="en-US"/>
          </a:p>
        </p:txBody>
      </p:sp>
    </p:spTree>
    <p:extLst>
      <p:ext uri="{BB962C8B-B14F-4D97-AF65-F5344CB8AC3E}">
        <p14:creationId xmlns:p14="http://schemas.microsoft.com/office/powerpoint/2010/main" val="1939545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1C105A5-0174-4CA7-E9CA-42EE3FA3CA56}"/>
              </a:ext>
            </a:extLst>
          </p:cNvPr>
          <p:cNvSpPr>
            <a:spLocks noGrp="1"/>
          </p:cNvSpPr>
          <p:nvPr>
            <p:ph type="title"/>
          </p:nvPr>
        </p:nvSpPr>
        <p:spPr/>
        <p:txBody>
          <a:bodyPr/>
          <a:lstStyle/>
          <a:p>
            <a:r>
              <a:rPr kumimoji="1" lang="ja-JP" altLang="en-US"/>
              <a:t>実習の進め方</a:t>
            </a:r>
          </a:p>
        </p:txBody>
      </p:sp>
      <p:sp>
        <p:nvSpPr>
          <p:cNvPr id="3" name="コンテンツ プレースホルダー 2">
            <a:extLst>
              <a:ext uri="{FF2B5EF4-FFF2-40B4-BE49-F238E27FC236}">
                <a16:creationId xmlns:a16="http://schemas.microsoft.com/office/drawing/2014/main" id="{A61363EE-D64B-5C1A-0F5D-32692DC64CF1}"/>
              </a:ext>
            </a:extLst>
          </p:cNvPr>
          <p:cNvSpPr>
            <a:spLocks noGrp="1"/>
          </p:cNvSpPr>
          <p:nvPr>
            <p:ph idx="1"/>
          </p:nvPr>
        </p:nvSpPr>
        <p:spPr/>
        <p:txBody>
          <a:bodyPr>
            <a:normAutofit fontScale="62500" lnSpcReduction="20000"/>
          </a:bodyPr>
          <a:lstStyle/>
          <a:p>
            <a:pPr>
              <a:lnSpc>
                <a:spcPct val="120000"/>
              </a:lnSpc>
            </a:pPr>
            <a:r>
              <a:rPr lang="ja-JP" altLang="en-US"/>
              <a:t>手順書（</a:t>
            </a:r>
            <a:r>
              <a:rPr lang="en-US" altLang="ja-JP" dirty="0">
                <a:latin typeface="Consolas" panose="020B0609020204030204" pitchFamily="49" charset="0"/>
                <a:cs typeface="Consolas" panose="020B0609020204030204" pitchFamily="49" charset="0"/>
              </a:rPr>
              <a:t>notes/</a:t>
            </a:r>
            <a:r>
              <a:rPr lang="en" altLang="ja-JP" dirty="0" err="1">
                <a:latin typeface="Consolas" panose="020B0609020204030204" pitchFamily="49" charset="0"/>
                <a:cs typeface="Consolas" panose="020B0609020204030204" pitchFamily="49" charset="0"/>
              </a:rPr>
              <a:t>practice.md</a:t>
            </a:r>
            <a:r>
              <a:rPr lang="ja-JP" altLang="en"/>
              <a:t>）</a:t>
            </a:r>
            <a:r>
              <a:rPr lang="ja-JP" altLang="en-US"/>
              <a:t>に沿って、各自で進めましょう。</a:t>
            </a:r>
          </a:p>
          <a:p>
            <a:pPr>
              <a:lnSpc>
                <a:spcPct val="120000"/>
              </a:lnSpc>
            </a:pPr>
            <a:r>
              <a:rPr lang="en-US" altLang="ja-JP" dirty="0"/>
              <a:t>Clone</a:t>
            </a:r>
            <a:r>
              <a:rPr lang="ja-JP" altLang="en-US"/>
              <a:t>したら最初に、動作確認を行いましょう。</a:t>
            </a:r>
            <a:endParaRPr lang="en-US" altLang="ja-JP" dirty="0"/>
          </a:p>
          <a:p>
            <a:pPr lvl="1">
              <a:lnSpc>
                <a:spcPct val="120000"/>
              </a:lnSpc>
            </a:pPr>
            <a:r>
              <a:rPr lang="ja-JP" altLang="en-US"/>
              <a:t>ローカル環境で動かせますか。</a:t>
            </a:r>
          </a:p>
          <a:p>
            <a:pPr>
              <a:lnSpc>
                <a:spcPct val="120000"/>
              </a:lnSpc>
            </a:pPr>
            <a:r>
              <a:rPr lang="ja-JP" altLang="en-US"/>
              <a:t>詰まったら、手順書の「困ったとき」を見てください。</a:t>
            </a:r>
            <a:endParaRPr lang="en-US" altLang="ja-JP" dirty="0"/>
          </a:p>
          <a:p>
            <a:pPr lvl="1">
              <a:lnSpc>
                <a:spcPct val="120000"/>
              </a:lnSpc>
            </a:pPr>
            <a:r>
              <a:rPr lang="ja-JP" altLang="en-US"/>
              <a:t>それでも解決しなければ、遠慮なく聞いてください。</a:t>
            </a:r>
            <a:endParaRPr lang="en-US" altLang="ja-JP" dirty="0"/>
          </a:p>
          <a:p>
            <a:pPr lvl="1">
              <a:lnSpc>
                <a:spcPct val="120000"/>
              </a:lnSpc>
            </a:pPr>
            <a:r>
              <a:rPr lang="ja-JP" altLang="en-US"/>
              <a:t>質問するときは、実行したコマンド、エラー全文、</a:t>
            </a:r>
            <a:r>
              <a:rPr lang="en" altLang="ja-JP" dirty="0"/>
              <a:t>OS </a:t>
            </a:r>
            <a:r>
              <a:rPr lang="ja-JP" altLang="en-US"/>
              <a:t>を伝えます。</a:t>
            </a:r>
          </a:p>
          <a:p>
            <a:pPr>
              <a:lnSpc>
                <a:spcPct val="120000"/>
              </a:lnSpc>
            </a:pPr>
            <a:r>
              <a:rPr lang="en" altLang="ja-JP" dirty="0"/>
              <a:t>Issue </a:t>
            </a:r>
            <a:r>
              <a:rPr lang="ja-JP" altLang="en-US"/>
              <a:t>は受講者数より多く用意しています。</a:t>
            </a:r>
            <a:endParaRPr lang="en-US" altLang="ja-JP" dirty="0"/>
          </a:p>
          <a:p>
            <a:pPr lvl="1">
              <a:lnSpc>
                <a:spcPct val="120000"/>
              </a:lnSpc>
            </a:pPr>
            <a:r>
              <a:rPr lang="ja-JP" altLang="en-US"/>
              <a:t>着手宣言をしてから始めてください。</a:t>
            </a:r>
          </a:p>
        </p:txBody>
      </p:sp>
      <p:sp>
        <p:nvSpPr>
          <p:cNvPr id="4" name="日付プレースホルダー 3">
            <a:extLst>
              <a:ext uri="{FF2B5EF4-FFF2-40B4-BE49-F238E27FC236}">
                <a16:creationId xmlns:a16="http://schemas.microsoft.com/office/drawing/2014/main" id="{618E850F-738E-67AC-53CE-649359221B5B}"/>
              </a:ext>
            </a:extLst>
          </p:cNvPr>
          <p:cNvSpPr>
            <a:spLocks noGrp="1"/>
          </p:cNvSpPr>
          <p:nvPr>
            <p:ph type="dt" sz="half" idx="10"/>
          </p:nvPr>
        </p:nvSpPr>
        <p:spPr/>
        <p:txBody>
          <a:bodyPr/>
          <a:lstStyle/>
          <a:p>
            <a:r>
              <a:rPr kumimoji="1" lang="en-US" altLang="ja-JP"/>
              <a:t>2026/10/29</a:t>
            </a:r>
            <a:endParaRPr kumimoji="1" lang="ja-JP" altLang="en-US"/>
          </a:p>
        </p:txBody>
      </p:sp>
      <p:sp>
        <p:nvSpPr>
          <p:cNvPr id="5" name="スライド番号プレースホルダー 4">
            <a:extLst>
              <a:ext uri="{FF2B5EF4-FFF2-40B4-BE49-F238E27FC236}">
                <a16:creationId xmlns:a16="http://schemas.microsoft.com/office/drawing/2014/main" id="{05F52D74-858E-82FA-1559-5D52AC9D0C65}"/>
              </a:ext>
            </a:extLst>
          </p:cNvPr>
          <p:cNvSpPr>
            <a:spLocks noGrp="1"/>
          </p:cNvSpPr>
          <p:nvPr>
            <p:ph type="sldNum" sz="quarter" idx="12"/>
          </p:nvPr>
        </p:nvSpPr>
        <p:spPr/>
        <p:txBody>
          <a:bodyPr/>
          <a:lstStyle/>
          <a:p>
            <a:fld id="{74E5C2EA-A201-0F41-BE6C-96A0CC88D6B3}" type="slidenum">
              <a:rPr kumimoji="1" lang="ja-JP" altLang="en-US" smtClean="0"/>
              <a:t>42</a:t>
            </a:fld>
            <a:endParaRPr kumimoji="1" lang="ja-JP" altLang="en-US"/>
          </a:p>
        </p:txBody>
      </p:sp>
    </p:spTree>
    <p:extLst>
      <p:ext uri="{BB962C8B-B14F-4D97-AF65-F5344CB8AC3E}">
        <p14:creationId xmlns:p14="http://schemas.microsoft.com/office/powerpoint/2010/main" val="4263415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7CD865-94D6-1187-D507-C1212DDC4862}"/>
              </a:ext>
            </a:extLst>
          </p:cNvPr>
          <p:cNvSpPr>
            <a:spLocks noGrp="1"/>
          </p:cNvSpPr>
          <p:nvPr>
            <p:ph type="title"/>
          </p:nvPr>
        </p:nvSpPr>
        <p:spPr/>
        <p:txBody>
          <a:bodyPr/>
          <a:lstStyle/>
          <a:p>
            <a:r>
              <a:rPr kumimoji="1" lang="en-US" altLang="ja-JP" dirty="0"/>
              <a:t>AI</a:t>
            </a:r>
            <a:r>
              <a:rPr kumimoji="1" lang="ja-JP" altLang="en-US"/>
              <a:t>の利用</a:t>
            </a:r>
          </a:p>
        </p:txBody>
      </p:sp>
      <p:sp>
        <p:nvSpPr>
          <p:cNvPr id="3" name="コンテンツ プレースホルダー 2">
            <a:extLst>
              <a:ext uri="{FF2B5EF4-FFF2-40B4-BE49-F238E27FC236}">
                <a16:creationId xmlns:a16="http://schemas.microsoft.com/office/drawing/2014/main" id="{A216B3F2-037E-EF30-09C9-D11713D8B9EC}"/>
              </a:ext>
            </a:extLst>
          </p:cNvPr>
          <p:cNvSpPr>
            <a:spLocks noGrp="1"/>
          </p:cNvSpPr>
          <p:nvPr>
            <p:ph idx="1"/>
          </p:nvPr>
        </p:nvSpPr>
        <p:spPr/>
        <p:txBody>
          <a:bodyPr>
            <a:normAutofit fontScale="70000" lnSpcReduction="20000"/>
          </a:bodyPr>
          <a:lstStyle/>
          <a:p>
            <a:pPr>
              <a:lnSpc>
                <a:spcPct val="110000"/>
              </a:lnSpc>
            </a:pPr>
            <a:r>
              <a:rPr kumimoji="1" lang="ja-JP" altLang="en-US"/>
              <a:t>どんどん使いましょう。</a:t>
            </a:r>
            <a:endParaRPr kumimoji="1" lang="en-US" altLang="ja-JP" dirty="0"/>
          </a:p>
          <a:p>
            <a:pPr lvl="1">
              <a:lnSpc>
                <a:spcPct val="110000"/>
              </a:lnSpc>
            </a:pPr>
            <a:r>
              <a:rPr kumimoji="1" lang="ja-JP" altLang="en-US"/>
              <a:t>できれば</a:t>
            </a:r>
            <a:r>
              <a:rPr lang="ja-JP" altLang="en-US"/>
              <a:t>ブラウザではなく、デスクトップアプリを使いましょう。</a:t>
            </a:r>
            <a:endParaRPr lang="en-US" altLang="ja-JP" dirty="0"/>
          </a:p>
          <a:p>
            <a:pPr lvl="2">
              <a:lnSpc>
                <a:spcPct val="110000"/>
              </a:lnSpc>
            </a:pPr>
            <a:r>
              <a:rPr kumimoji="1" lang="en-US" altLang="ja-JP" dirty="0"/>
              <a:t>Codex, Claude Code, Antigravity</a:t>
            </a:r>
            <a:r>
              <a:rPr kumimoji="1" lang="ja-JP" altLang="en-US"/>
              <a:t>など。</a:t>
            </a:r>
            <a:endParaRPr kumimoji="1" lang="en-US" altLang="ja-JP" dirty="0"/>
          </a:p>
          <a:p>
            <a:pPr>
              <a:lnSpc>
                <a:spcPct val="110000"/>
              </a:lnSpc>
            </a:pPr>
            <a:r>
              <a:rPr lang="ja-JP" altLang="en-US"/>
              <a:t>わからないことはどんどん</a:t>
            </a:r>
            <a:r>
              <a:rPr lang="en-US" altLang="ja-JP" dirty="0"/>
              <a:t>AI</a:t>
            </a:r>
            <a:r>
              <a:rPr lang="ja-JP" altLang="en-US"/>
              <a:t>に聞こう。</a:t>
            </a:r>
            <a:endParaRPr lang="en-US" altLang="ja-JP" dirty="0"/>
          </a:p>
          <a:p>
            <a:pPr lvl="1">
              <a:lnSpc>
                <a:spcPct val="110000"/>
              </a:lnSpc>
            </a:pPr>
            <a:r>
              <a:rPr kumimoji="1" lang="ja-JP" altLang="en-US"/>
              <a:t>この設計ってイケてる？</a:t>
            </a:r>
            <a:endParaRPr kumimoji="1" lang="en-US" altLang="ja-JP" dirty="0"/>
          </a:p>
          <a:p>
            <a:pPr lvl="1">
              <a:lnSpc>
                <a:spcPct val="110000"/>
              </a:lnSpc>
            </a:pPr>
            <a:r>
              <a:rPr kumimoji="1" lang="ja-JP" altLang="en-US"/>
              <a:t>なんでこんなことしてる？　など。</a:t>
            </a:r>
            <a:endParaRPr kumimoji="1" lang="en-US" altLang="ja-JP" dirty="0"/>
          </a:p>
          <a:p>
            <a:pPr>
              <a:lnSpc>
                <a:spcPct val="110000"/>
              </a:lnSpc>
            </a:pPr>
            <a:r>
              <a:rPr lang="ja-JP" altLang="en-US"/>
              <a:t>特にレビューや草案を作ってもらうは非常に有用です。</a:t>
            </a:r>
            <a:endParaRPr kumimoji="1" lang="ja-JP" altLang="en-US"/>
          </a:p>
        </p:txBody>
      </p:sp>
      <p:sp>
        <p:nvSpPr>
          <p:cNvPr id="4" name="日付プレースホルダー 3">
            <a:extLst>
              <a:ext uri="{FF2B5EF4-FFF2-40B4-BE49-F238E27FC236}">
                <a16:creationId xmlns:a16="http://schemas.microsoft.com/office/drawing/2014/main" id="{6811A3EA-29A8-320A-52DF-89681BDFAE5B}"/>
              </a:ext>
            </a:extLst>
          </p:cNvPr>
          <p:cNvSpPr>
            <a:spLocks noGrp="1"/>
          </p:cNvSpPr>
          <p:nvPr>
            <p:ph type="dt" sz="half" idx="10"/>
          </p:nvPr>
        </p:nvSpPr>
        <p:spPr/>
        <p:txBody>
          <a:bodyPr/>
          <a:lstStyle/>
          <a:p>
            <a:r>
              <a:rPr kumimoji="1" lang="en-US" altLang="ja-JP"/>
              <a:t>2026/10/29</a:t>
            </a:r>
            <a:endParaRPr kumimoji="1" lang="ja-JP" altLang="en-US"/>
          </a:p>
        </p:txBody>
      </p:sp>
      <p:sp>
        <p:nvSpPr>
          <p:cNvPr id="5" name="スライド番号プレースホルダー 4">
            <a:extLst>
              <a:ext uri="{FF2B5EF4-FFF2-40B4-BE49-F238E27FC236}">
                <a16:creationId xmlns:a16="http://schemas.microsoft.com/office/drawing/2014/main" id="{727F84F6-37D4-FCA3-914D-434BDD8FBF86}"/>
              </a:ext>
            </a:extLst>
          </p:cNvPr>
          <p:cNvSpPr>
            <a:spLocks noGrp="1"/>
          </p:cNvSpPr>
          <p:nvPr>
            <p:ph type="sldNum" sz="quarter" idx="12"/>
          </p:nvPr>
        </p:nvSpPr>
        <p:spPr/>
        <p:txBody>
          <a:bodyPr/>
          <a:lstStyle/>
          <a:p>
            <a:fld id="{74E5C2EA-A201-0F41-BE6C-96A0CC88D6B3}" type="slidenum">
              <a:rPr kumimoji="1" lang="ja-JP" altLang="en-US" smtClean="0"/>
              <a:t>43</a:t>
            </a:fld>
            <a:endParaRPr kumimoji="1" lang="ja-JP" altLang="en-US"/>
          </a:p>
        </p:txBody>
      </p:sp>
    </p:spTree>
    <p:extLst>
      <p:ext uri="{BB962C8B-B14F-4D97-AF65-F5344CB8AC3E}">
        <p14:creationId xmlns:p14="http://schemas.microsoft.com/office/powerpoint/2010/main" val="621170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268224B-3937-78E5-ADE5-298821B13C57}"/>
              </a:ext>
            </a:extLst>
          </p:cNvPr>
          <p:cNvSpPr>
            <a:spLocks noGrp="1"/>
          </p:cNvSpPr>
          <p:nvPr>
            <p:ph type="title"/>
          </p:nvPr>
        </p:nvSpPr>
        <p:spPr/>
        <p:txBody>
          <a:bodyPr/>
          <a:lstStyle/>
          <a:p>
            <a:r>
              <a:rPr kumimoji="1" lang="ja-JP" altLang="en-US"/>
              <a:t>提出物</a:t>
            </a:r>
          </a:p>
        </p:txBody>
      </p:sp>
      <p:sp>
        <p:nvSpPr>
          <p:cNvPr id="3" name="コンテンツ プレースホルダー 2">
            <a:extLst>
              <a:ext uri="{FF2B5EF4-FFF2-40B4-BE49-F238E27FC236}">
                <a16:creationId xmlns:a16="http://schemas.microsoft.com/office/drawing/2014/main" id="{C1B2EF7B-9EE5-89E5-0536-03E3341A6DEC}"/>
              </a:ext>
            </a:extLst>
          </p:cNvPr>
          <p:cNvSpPr>
            <a:spLocks noGrp="1"/>
          </p:cNvSpPr>
          <p:nvPr>
            <p:ph idx="1"/>
          </p:nvPr>
        </p:nvSpPr>
        <p:spPr/>
        <p:txBody>
          <a:bodyPr>
            <a:normAutofit fontScale="70000" lnSpcReduction="20000"/>
          </a:bodyPr>
          <a:lstStyle/>
          <a:p>
            <a:pPr>
              <a:lnSpc>
                <a:spcPct val="120000"/>
              </a:lnSpc>
            </a:pPr>
            <a:r>
              <a:rPr kumimoji="1" lang="en-US" altLang="ja-JP" dirty="0"/>
              <a:t>GitHub</a:t>
            </a:r>
          </a:p>
          <a:p>
            <a:pPr lvl="1">
              <a:lnSpc>
                <a:spcPct val="120000"/>
              </a:lnSpc>
            </a:pPr>
            <a:r>
              <a:rPr lang="en-US" altLang="ja-JP" dirty="0"/>
              <a:t>PR</a:t>
            </a:r>
            <a:r>
              <a:rPr lang="ja-JP" altLang="en-US"/>
              <a:t>（</a:t>
            </a:r>
            <a:r>
              <a:rPr lang="en-US" altLang="ja-JP" dirty="0"/>
              <a:t>Issue</a:t>
            </a:r>
            <a:r>
              <a:rPr lang="ja-JP" altLang="en-US"/>
              <a:t>を１つ選んで修正する）</a:t>
            </a:r>
            <a:endParaRPr lang="en-US" altLang="ja-JP" dirty="0"/>
          </a:p>
          <a:p>
            <a:pPr>
              <a:lnSpc>
                <a:spcPct val="120000"/>
              </a:lnSpc>
            </a:pPr>
            <a:r>
              <a:rPr kumimoji="1" lang="en-US" altLang="ja-JP" dirty="0"/>
              <a:t>Moodle</a:t>
            </a:r>
            <a:r>
              <a:rPr kumimoji="1" lang="ja-JP" altLang="en-US"/>
              <a:t>の課題</a:t>
            </a:r>
            <a:endParaRPr kumimoji="1" lang="en-US" altLang="ja-JP" dirty="0"/>
          </a:p>
          <a:p>
            <a:pPr lvl="1">
              <a:lnSpc>
                <a:spcPct val="120000"/>
              </a:lnSpc>
            </a:pPr>
            <a:r>
              <a:rPr lang="en-US" altLang="ja-JP" dirty="0"/>
              <a:t>PR</a:t>
            </a:r>
            <a:r>
              <a:rPr lang="ja-JP" altLang="en-US"/>
              <a:t>の番号、</a:t>
            </a:r>
            <a:r>
              <a:rPr lang="en-US" altLang="ja-JP" dirty="0"/>
              <a:t>GitHub</a:t>
            </a:r>
            <a:r>
              <a:rPr lang="ja-JP" altLang="en-US"/>
              <a:t>アカウント名、取り組んだ感想、</a:t>
            </a:r>
            <a:r>
              <a:rPr lang="en-US" altLang="ja-JP" dirty="0"/>
              <a:t>AI</a:t>
            </a:r>
            <a:r>
              <a:rPr lang="ja-JP" altLang="en-US"/>
              <a:t>の利用についてなどの感想など。</a:t>
            </a:r>
            <a:endParaRPr lang="en-US" altLang="ja-JP" dirty="0"/>
          </a:p>
          <a:p>
            <a:pPr>
              <a:lnSpc>
                <a:spcPct val="120000"/>
              </a:lnSpc>
            </a:pPr>
            <a:r>
              <a:rPr lang="ja-JP" altLang="en-US"/>
              <a:t>締切</a:t>
            </a:r>
            <a:endParaRPr kumimoji="1" lang="en-US" altLang="ja-JP" dirty="0"/>
          </a:p>
          <a:p>
            <a:pPr lvl="1">
              <a:lnSpc>
                <a:spcPct val="120000"/>
              </a:lnSpc>
            </a:pPr>
            <a:r>
              <a:rPr lang="en-US" altLang="ja-JP" dirty="0"/>
              <a:t>2026-11-14 (Sat) 13:15</a:t>
            </a:r>
          </a:p>
          <a:p>
            <a:pPr lvl="2">
              <a:lnSpc>
                <a:spcPct val="120000"/>
              </a:lnSpc>
            </a:pPr>
            <a:r>
              <a:rPr lang="ja-JP" altLang="en-US"/>
              <a:t>次回のセミナー開始まで。</a:t>
            </a:r>
            <a:endParaRPr kumimoji="1" lang="ja-JP" altLang="en-US"/>
          </a:p>
        </p:txBody>
      </p:sp>
      <p:sp>
        <p:nvSpPr>
          <p:cNvPr id="4" name="日付プレースホルダー 3">
            <a:extLst>
              <a:ext uri="{FF2B5EF4-FFF2-40B4-BE49-F238E27FC236}">
                <a16:creationId xmlns:a16="http://schemas.microsoft.com/office/drawing/2014/main" id="{B18840D3-FA73-BC04-3B1B-759D58BEAF18}"/>
              </a:ext>
            </a:extLst>
          </p:cNvPr>
          <p:cNvSpPr>
            <a:spLocks noGrp="1"/>
          </p:cNvSpPr>
          <p:nvPr>
            <p:ph type="dt" sz="half" idx="10"/>
          </p:nvPr>
        </p:nvSpPr>
        <p:spPr/>
        <p:txBody>
          <a:bodyPr/>
          <a:lstStyle/>
          <a:p>
            <a:r>
              <a:rPr kumimoji="1" lang="en-US" altLang="ja-JP"/>
              <a:t>2026/10/29</a:t>
            </a:r>
            <a:endParaRPr kumimoji="1" lang="ja-JP" altLang="en-US"/>
          </a:p>
        </p:txBody>
      </p:sp>
      <p:sp>
        <p:nvSpPr>
          <p:cNvPr id="5" name="スライド番号プレースホルダー 4">
            <a:extLst>
              <a:ext uri="{FF2B5EF4-FFF2-40B4-BE49-F238E27FC236}">
                <a16:creationId xmlns:a16="http://schemas.microsoft.com/office/drawing/2014/main" id="{9DF8971A-DDBC-1016-7E4C-34ECC37970A7}"/>
              </a:ext>
            </a:extLst>
          </p:cNvPr>
          <p:cNvSpPr>
            <a:spLocks noGrp="1"/>
          </p:cNvSpPr>
          <p:nvPr>
            <p:ph type="sldNum" sz="quarter" idx="12"/>
          </p:nvPr>
        </p:nvSpPr>
        <p:spPr/>
        <p:txBody>
          <a:bodyPr/>
          <a:lstStyle/>
          <a:p>
            <a:fld id="{74E5C2EA-A201-0F41-BE6C-96A0CC88D6B3}" type="slidenum">
              <a:rPr kumimoji="1" lang="ja-JP" altLang="en-US" smtClean="0"/>
              <a:t>44</a:t>
            </a:fld>
            <a:endParaRPr kumimoji="1" lang="ja-JP" altLang="en-US"/>
          </a:p>
        </p:txBody>
      </p:sp>
    </p:spTree>
    <p:extLst>
      <p:ext uri="{BB962C8B-B14F-4D97-AF65-F5344CB8AC3E}">
        <p14:creationId xmlns:p14="http://schemas.microsoft.com/office/powerpoint/2010/main" val="2920316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F233A-755F-E00D-BE9D-4A0BAAC6588A}"/>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506E1958-CB13-D92C-EA29-2E5481F54E31}"/>
              </a:ext>
            </a:extLst>
          </p:cNvPr>
          <p:cNvSpPr>
            <a:spLocks noGrp="1"/>
          </p:cNvSpPr>
          <p:nvPr>
            <p:ph type="ctrTitle"/>
          </p:nvPr>
        </p:nvSpPr>
        <p:spPr/>
        <p:txBody>
          <a:bodyPr/>
          <a:lstStyle/>
          <a:p>
            <a:r>
              <a:rPr lang="en-US" altLang="ja-JP" dirty="0"/>
              <a:t>GitHub</a:t>
            </a:r>
            <a:r>
              <a:rPr lang="ja-JP" altLang="en-US"/>
              <a:t>で体験する</a:t>
            </a:r>
            <a:br>
              <a:rPr lang="en-US" altLang="ja-JP" dirty="0"/>
            </a:br>
            <a:r>
              <a:rPr lang="en-US" altLang="ja-JP" dirty="0"/>
              <a:t>OSS</a:t>
            </a:r>
            <a:r>
              <a:rPr lang="ja-JP" altLang="en-US"/>
              <a:t>開発</a:t>
            </a:r>
          </a:p>
        </p:txBody>
      </p:sp>
      <p:sp>
        <p:nvSpPr>
          <p:cNvPr id="5" name="字幕 4">
            <a:extLst>
              <a:ext uri="{FF2B5EF4-FFF2-40B4-BE49-F238E27FC236}">
                <a16:creationId xmlns:a16="http://schemas.microsoft.com/office/drawing/2014/main" id="{24ED786D-C863-914F-29B6-111FB12B0651}"/>
              </a:ext>
            </a:extLst>
          </p:cNvPr>
          <p:cNvSpPr>
            <a:spLocks noGrp="1"/>
          </p:cNvSpPr>
          <p:nvPr>
            <p:ph type="subTitle" idx="1"/>
          </p:nvPr>
        </p:nvSpPr>
        <p:spPr>
          <a:xfrm>
            <a:off x="1524000" y="3602036"/>
            <a:ext cx="9144000" cy="2387599"/>
          </a:xfrm>
        </p:spPr>
        <p:txBody>
          <a:bodyPr>
            <a:normAutofit fontScale="92500" lnSpcReduction="10000"/>
          </a:bodyPr>
          <a:lstStyle/>
          <a:p>
            <a:pPr>
              <a:lnSpc>
                <a:spcPct val="110000"/>
              </a:lnSpc>
            </a:pPr>
            <a:r>
              <a:rPr lang="ja-JP" altLang="en-US"/>
              <a:t>先端情報学セミナー</a:t>
            </a:r>
            <a:r>
              <a:rPr lang="en-US" altLang="ja-JP" dirty="0"/>
              <a:t>D</a:t>
            </a:r>
          </a:p>
          <a:p>
            <a:pPr>
              <a:lnSpc>
                <a:spcPct val="110000"/>
              </a:lnSpc>
            </a:pPr>
            <a:r>
              <a:rPr lang="ja-JP" altLang="en-US"/>
              <a:t>玉田　春昭</a:t>
            </a:r>
            <a:endParaRPr lang="en-US" altLang="ja-JP" dirty="0"/>
          </a:p>
          <a:p>
            <a:pPr>
              <a:lnSpc>
                <a:spcPct val="110000"/>
              </a:lnSpc>
            </a:pPr>
            <a:r>
              <a:rPr lang="en-US" altLang="ja-JP" dirty="0"/>
              <a:t>2026-10-29 (Thu)</a:t>
            </a:r>
            <a:endParaRPr lang="ja-JP" altLang="en-US"/>
          </a:p>
        </p:txBody>
      </p:sp>
      <p:sp>
        <p:nvSpPr>
          <p:cNvPr id="6" name="日付プレースホルダー 5">
            <a:extLst>
              <a:ext uri="{FF2B5EF4-FFF2-40B4-BE49-F238E27FC236}">
                <a16:creationId xmlns:a16="http://schemas.microsoft.com/office/drawing/2014/main" id="{D7D3C9A7-18CE-666F-78BD-D21052DC1068}"/>
              </a:ext>
            </a:extLst>
          </p:cNvPr>
          <p:cNvSpPr>
            <a:spLocks noGrp="1"/>
          </p:cNvSpPr>
          <p:nvPr>
            <p:ph type="dt" sz="half" idx="10"/>
          </p:nvPr>
        </p:nvSpPr>
        <p:spPr/>
        <p:txBody>
          <a:bodyPr/>
          <a:lstStyle/>
          <a:p>
            <a:r>
              <a:rPr kumimoji="1" lang="en-US" altLang="ja-JP"/>
              <a:t>2026/10/29</a:t>
            </a:r>
            <a:endParaRPr kumimoji="1" lang="ja-JP" altLang="en-US"/>
          </a:p>
        </p:txBody>
      </p:sp>
      <p:sp>
        <p:nvSpPr>
          <p:cNvPr id="7" name="スライド番号プレースホルダー 6">
            <a:extLst>
              <a:ext uri="{FF2B5EF4-FFF2-40B4-BE49-F238E27FC236}">
                <a16:creationId xmlns:a16="http://schemas.microsoft.com/office/drawing/2014/main" id="{3DFD9057-E784-CC46-742E-8E996A8EC032}"/>
              </a:ext>
            </a:extLst>
          </p:cNvPr>
          <p:cNvSpPr>
            <a:spLocks noGrp="1"/>
          </p:cNvSpPr>
          <p:nvPr>
            <p:ph type="sldNum" sz="quarter" idx="12"/>
          </p:nvPr>
        </p:nvSpPr>
        <p:spPr/>
        <p:txBody>
          <a:bodyPr/>
          <a:lstStyle/>
          <a:p>
            <a:fld id="{74E5C2EA-A201-0F41-BE6C-96A0CC88D6B3}" type="slidenum">
              <a:rPr kumimoji="1" lang="ja-JP" altLang="en-US" smtClean="0"/>
              <a:t>45</a:t>
            </a:fld>
            <a:endParaRPr kumimoji="1" lang="ja-JP" altLang="en-US"/>
          </a:p>
        </p:txBody>
      </p:sp>
      <p:pic>
        <p:nvPicPr>
          <p:cNvPr id="2" name="図 1">
            <a:extLst>
              <a:ext uri="{FF2B5EF4-FFF2-40B4-BE49-F238E27FC236}">
                <a16:creationId xmlns:a16="http://schemas.microsoft.com/office/drawing/2014/main" id="{AA96071E-E445-FA80-3607-3009A207445A}"/>
              </a:ext>
            </a:extLst>
          </p:cNvPr>
          <p:cNvPicPr>
            <a:picLocks noChangeAspect="1"/>
          </p:cNvPicPr>
          <p:nvPr/>
        </p:nvPicPr>
        <p:blipFill>
          <a:blip r:embed="rId2"/>
          <a:stretch>
            <a:fillRect/>
          </a:stretch>
        </p:blipFill>
        <p:spPr>
          <a:xfrm>
            <a:off x="6096000" y="1"/>
            <a:ext cx="6096000" cy="3429000"/>
          </a:xfrm>
          <a:prstGeom prst="rect">
            <a:avLst/>
          </a:prstGeom>
        </p:spPr>
      </p:pic>
      <p:pic>
        <p:nvPicPr>
          <p:cNvPr id="3" name="図 2">
            <a:extLst>
              <a:ext uri="{FF2B5EF4-FFF2-40B4-BE49-F238E27FC236}">
                <a16:creationId xmlns:a16="http://schemas.microsoft.com/office/drawing/2014/main" id="{0443CA70-702F-BEAA-F9FD-95CC88EDFD95}"/>
              </a:ext>
            </a:extLst>
          </p:cNvPr>
          <p:cNvPicPr>
            <a:picLocks noChangeAspect="1"/>
          </p:cNvPicPr>
          <p:nvPr/>
        </p:nvPicPr>
        <p:blipFill>
          <a:blip r:embed="rId3"/>
          <a:stretch>
            <a:fillRect/>
          </a:stretch>
        </p:blipFill>
        <p:spPr>
          <a:xfrm>
            <a:off x="0" y="3429000"/>
            <a:ext cx="6096000" cy="3429000"/>
          </a:xfrm>
          <a:prstGeom prst="rect">
            <a:avLst/>
          </a:prstGeom>
        </p:spPr>
      </p:pic>
      <p:pic>
        <p:nvPicPr>
          <p:cNvPr id="8" name="図 7">
            <a:extLst>
              <a:ext uri="{FF2B5EF4-FFF2-40B4-BE49-F238E27FC236}">
                <a16:creationId xmlns:a16="http://schemas.microsoft.com/office/drawing/2014/main" id="{4C809207-875F-3DE1-1285-39F50E9B8466}"/>
              </a:ext>
            </a:extLst>
          </p:cNvPr>
          <p:cNvPicPr>
            <a:picLocks noChangeAspect="1"/>
          </p:cNvPicPr>
          <p:nvPr/>
        </p:nvPicPr>
        <p:blipFill>
          <a:blip r:embed="rId4"/>
          <a:stretch>
            <a:fillRect/>
          </a:stretch>
        </p:blipFill>
        <p:spPr>
          <a:xfrm>
            <a:off x="6096000" y="3429000"/>
            <a:ext cx="6096000" cy="3429000"/>
          </a:xfrm>
          <a:prstGeom prst="rect">
            <a:avLst/>
          </a:prstGeom>
        </p:spPr>
      </p:pic>
      <p:pic>
        <p:nvPicPr>
          <p:cNvPr id="9" name="図 8">
            <a:extLst>
              <a:ext uri="{FF2B5EF4-FFF2-40B4-BE49-F238E27FC236}">
                <a16:creationId xmlns:a16="http://schemas.microsoft.com/office/drawing/2014/main" id="{2743062D-B7D8-A8E5-A63F-0389D635814F}"/>
              </a:ext>
            </a:extLst>
          </p:cNvPr>
          <p:cNvPicPr>
            <a:picLocks noChangeAspect="1"/>
          </p:cNvPicPr>
          <p:nvPr/>
        </p:nvPicPr>
        <p:blipFill>
          <a:blip r:embed="rId5"/>
          <a:stretch>
            <a:fillRect/>
          </a:stretch>
        </p:blipFill>
        <p:spPr>
          <a:xfrm>
            <a:off x="0" y="1"/>
            <a:ext cx="6096000" cy="3429000"/>
          </a:xfrm>
          <a:prstGeom prst="rect">
            <a:avLst/>
          </a:prstGeom>
        </p:spPr>
      </p:pic>
    </p:spTree>
    <p:extLst>
      <p:ext uri="{BB962C8B-B14F-4D97-AF65-F5344CB8AC3E}">
        <p14:creationId xmlns:p14="http://schemas.microsoft.com/office/powerpoint/2010/main" val="3777703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kumimoji="1">
            <a:latin typeface="Meiryo" panose="020B0604030504040204" pitchFamily="34" charset="-128"/>
            <a:ea typeface="Meiryo" panose="020B0604030504040204" pitchFamily="34" charset="-128"/>
          </a:defRPr>
        </a:defPPr>
      </a:lstStyle>
    </a:txDef>
  </a:objectDefaults>
  <a:extraClrSchemeLst/>
  <a:extLst>
    <a:ext uri="{05A4C25C-085E-4340-85A3-A5531E510DB2}">
      <thm15:themeFamily xmlns:thm15="http://schemas.microsoft.com/office/thememl/2012/main" name="template" id="{54D23E05-3D04-0045-9BFD-E82D0C845048}" vid="{C811125C-2B48-174F-892B-46EB732E7EF9}"/>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2271</TotalTime>
  <Words>3111</Words>
  <Application>Microsoft Macintosh PowerPoint</Application>
  <PresentationFormat>ワイド画面</PresentationFormat>
  <Paragraphs>537</Paragraphs>
  <Slides>45</Slides>
  <Notes>1</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45</vt:i4>
      </vt:variant>
    </vt:vector>
  </HeadingPairs>
  <TitlesOfParts>
    <vt:vector size="50" baseType="lpstr">
      <vt:lpstr>Meiryo</vt:lpstr>
      <vt:lpstr>Arial</vt:lpstr>
      <vt:lpstr>Consolas</vt:lpstr>
      <vt:lpstr>Times New Roman</vt:lpstr>
      <vt:lpstr>Office テーマ</vt:lpstr>
      <vt:lpstr>GitHubで体験する OSS開発</vt:lpstr>
      <vt:lpstr>玉田担当回の進め方</vt:lpstr>
      <vt:lpstr>目次</vt:lpstr>
      <vt:lpstr>目次</vt:lpstr>
      <vt:lpstr>OSSとは何か</vt:lpstr>
      <vt:lpstr>OSSを支えるPlatform</vt:lpstr>
      <vt:lpstr>OSS開発とは</vt:lpstr>
      <vt:lpstr>OSSを構成するもの</vt:lpstr>
      <vt:lpstr>今回の題材 Welfare-TIME</vt:lpstr>
      <vt:lpstr>Welfare-TIMEの利用技術</vt:lpstr>
      <vt:lpstr>目次</vt:lpstr>
      <vt:lpstr>開発の流れ</vt:lpstr>
      <vt:lpstr>ForkとClone</vt:lpstr>
      <vt:lpstr>目次</vt:lpstr>
      <vt:lpstr>リポジトリで最初に 見るべきファイル</vt:lpstr>
      <vt:lpstr>次に確認すべき内容</vt:lpstr>
      <vt:lpstr>ライセンスについて</vt:lpstr>
      <vt:lpstr>PowerPoint プレゼンテーション</vt:lpstr>
      <vt:lpstr>目次</vt:lpstr>
      <vt:lpstr>Code of Conduct （CoC; 行動規範）</vt:lpstr>
      <vt:lpstr>定番のCoC</vt:lpstr>
      <vt:lpstr>目次</vt:lpstr>
      <vt:lpstr>Issueに 書かれていること</vt:lpstr>
      <vt:lpstr>Issueを選んで着手宣言する</vt:lpstr>
      <vt:lpstr>Issueの範囲だけを変更する</vt:lpstr>
      <vt:lpstr>目次</vt:lpstr>
      <vt:lpstr>Commitのルール</vt:lpstr>
      <vt:lpstr>Conventional Commits</vt:lpstr>
      <vt:lpstr>PR（Pull Request）</vt:lpstr>
      <vt:lpstr>PRに書くべきこと</vt:lpstr>
      <vt:lpstr>PR本文の例</vt:lpstr>
      <vt:lpstr>PR作成の例</vt:lpstr>
      <vt:lpstr>目次</vt:lpstr>
      <vt:lpstr>レビューとは</vt:lpstr>
      <vt:lpstr>指摘への対応</vt:lpstr>
      <vt:lpstr>Conflict（衝突）が起きたら</vt:lpstr>
      <vt:lpstr>目次</vt:lpstr>
      <vt:lpstr>AIの利用について</vt:lpstr>
      <vt:lpstr>申告の例と避けるべき使い方</vt:lpstr>
      <vt:lpstr>目次</vt:lpstr>
      <vt:lpstr>課題内容</vt:lpstr>
      <vt:lpstr>実習の進め方</vt:lpstr>
      <vt:lpstr>AIの利用</vt:lpstr>
      <vt:lpstr>提出物</vt:lpstr>
      <vt:lpstr>GitHubで体験する OSS開発</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TAMADA HARUAKI</dc:creator>
  <cp:lastModifiedBy>TAMADA HARUAKI</cp:lastModifiedBy>
  <cp:revision>224</cp:revision>
  <dcterms:created xsi:type="dcterms:W3CDTF">2022-04-27T04:20:14Z</dcterms:created>
  <dcterms:modified xsi:type="dcterms:W3CDTF">2026-10-23T03:07:07Z</dcterms:modified>
</cp:coreProperties>
</file>